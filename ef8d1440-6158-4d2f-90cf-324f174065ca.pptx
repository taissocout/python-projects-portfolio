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4"/>
  </p:sldMasterIdLst>
  <p:notesMasterIdLst>
    <p:notesMasterId r:id="rId15"/>
  </p:notesMasterIdLst>
  <p:sldIdLst>
    <p:sldId id="260" r:id="rId5"/>
    <p:sldId id="277" r:id="rId6"/>
    <p:sldId id="263" r:id="rId7"/>
    <p:sldId id="264" r:id="rId8"/>
    <p:sldId id="391" r:id="rId9"/>
    <p:sldId id="265" r:id="rId10"/>
    <p:sldId id="266" r:id="rId11"/>
    <p:sldId id="360" r:id="rId12"/>
    <p:sldId id="392" r:id="rId13"/>
    <p:sldId id="275" r:id="rId14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61" roundtripDataSignature="AMtx7mhwFzdV1RQWT0+yRhKLCIJdYxHt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4E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A75D15-6DD6-99E1-2F23-0A6727ECAA8E}" v="892" dt="2024-04-16T07:23:34.391"/>
    <p1510:client id="{E40E4E7B-A8D7-BE2B-560C-64CD9117C599}" v="2" dt="2024-04-16T07:44:47.5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236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3" Type="http://schemas.openxmlformats.org/officeDocument/2006/relationships/customXml" Target="../customXml/item3.xml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6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66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61" Type="http://customschemas.google.com/relationships/presentationmetadata" Target="metadata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6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o Moreira Ropelato" userId="S::leonardo.ropelato@dio.me::a289a7f8-9c5e-44ce-8a70-4fb6bc72822a" providerId="AD" clId="Web-{A37FAD93-91EA-4162-3A07-C7FF376E34B4}"/>
    <pc:docChg chg="modSld">
      <pc:chgData name="Leonardo Moreira Ropelato" userId="S::leonardo.ropelato@dio.me::a289a7f8-9c5e-44ce-8a70-4fb6bc72822a" providerId="AD" clId="Web-{A37FAD93-91EA-4162-3A07-C7FF376E34B4}" dt="2023-04-25T20:58:39.541" v="55" actId="20577"/>
      <pc:docMkLst>
        <pc:docMk/>
      </pc:docMkLst>
      <pc:sldChg chg="addSp modSp">
        <pc:chgData name="Leonardo Moreira Ropelato" userId="S::leonardo.ropelato@dio.me::a289a7f8-9c5e-44ce-8a70-4fb6bc72822a" providerId="AD" clId="Web-{A37FAD93-91EA-4162-3A07-C7FF376E34B4}" dt="2023-04-25T20:48:33.010" v="2" actId="1076"/>
        <pc:sldMkLst>
          <pc:docMk/>
          <pc:sldMk cId="0" sldId="265"/>
        </pc:sldMkLst>
        <pc:picChg chg="add mod">
          <ac:chgData name="Leonardo Moreira Ropelato" userId="S::leonardo.ropelato@dio.me::a289a7f8-9c5e-44ce-8a70-4fb6bc72822a" providerId="AD" clId="Web-{A37FAD93-91EA-4162-3A07-C7FF376E34B4}" dt="2023-04-25T20:48:33.010" v="2" actId="1076"/>
          <ac:picMkLst>
            <pc:docMk/>
            <pc:sldMk cId="0" sldId="265"/>
            <ac:picMk id="2" creationId="{632FF742-21F8-0F89-FA22-84480BF47778}"/>
          </ac:picMkLst>
        </pc:picChg>
      </pc:sldChg>
      <pc:sldChg chg="addSp">
        <pc:chgData name="Leonardo Moreira Ropelato" userId="S::leonardo.ropelato@dio.me::a289a7f8-9c5e-44ce-8a70-4fb6bc72822a" providerId="AD" clId="Web-{A37FAD93-91EA-4162-3A07-C7FF376E34B4}" dt="2023-04-25T20:48:42.917" v="3"/>
        <pc:sldMkLst>
          <pc:docMk/>
          <pc:sldMk cId="0" sldId="272"/>
        </pc:sldMkLst>
        <pc:picChg chg="add">
          <ac:chgData name="Leonardo Moreira Ropelato" userId="S::leonardo.ropelato@dio.me::a289a7f8-9c5e-44ce-8a70-4fb6bc72822a" providerId="AD" clId="Web-{A37FAD93-91EA-4162-3A07-C7FF376E34B4}" dt="2023-04-25T20:48:42.917" v="3"/>
          <ac:picMkLst>
            <pc:docMk/>
            <pc:sldMk cId="0" sldId="272"/>
            <ac:picMk id="4" creationId="{74B909BE-DB76-E4E7-4522-3E3FB416C51A}"/>
          </ac:picMkLst>
        </pc:picChg>
      </pc:sldChg>
      <pc:sldChg chg="addSp delSp modSp mod setBg">
        <pc:chgData name="Leonardo Moreira Ropelato" userId="S::leonardo.ropelato@dio.me::a289a7f8-9c5e-44ce-8a70-4fb6bc72822a" providerId="AD" clId="Web-{A37FAD93-91EA-4162-3A07-C7FF376E34B4}" dt="2023-04-25T20:49:42.076" v="25" actId="14100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A37FAD93-91EA-4162-3A07-C7FF376E34B4}" dt="2023-04-25T20:48:53.277" v="6"/>
          <ac:spMkLst>
            <pc:docMk/>
            <pc:sldMk cId="0" sldId="275"/>
            <ac:spMk id="3" creationId="{E0E80D14-D1AD-4C74-8489-88CB3A872750}"/>
          </ac:spMkLst>
        </pc:spChg>
        <pc:spChg chg="add del mod">
          <ac:chgData name="Leonardo Moreira Ropelato" userId="S::leonardo.ropelato@dio.me::a289a7f8-9c5e-44ce-8a70-4fb6bc72822a" providerId="AD" clId="Web-{A37FAD93-91EA-4162-3A07-C7FF376E34B4}" dt="2023-04-25T20:49:30.107" v="23" actId="1076"/>
          <ac:spMkLst>
            <pc:docMk/>
            <pc:sldMk cId="0" sldId="275"/>
            <ac:spMk id="281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A37FAD93-91EA-4162-3A07-C7FF376E34B4}" dt="2023-04-25T20:49:42.076" v="25" actId="14100"/>
          <ac:spMkLst>
            <pc:docMk/>
            <pc:sldMk cId="0" sldId="275"/>
            <ac:spMk id="282" creationId="{00000000-0000-0000-0000-000000000000}"/>
          </ac:spMkLst>
        </pc:spChg>
        <pc:spChg chg="add del">
          <ac:chgData name="Leonardo Moreira Ropelato" userId="S::leonardo.ropelato@dio.me::a289a7f8-9c5e-44ce-8a70-4fb6bc72822a" providerId="AD" clId="Web-{A37FAD93-91EA-4162-3A07-C7FF376E34B4}" dt="2023-04-25T20:48:53.277" v="6"/>
          <ac:spMkLst>
            <pc:docMk/>
            <pc:sldMk cId="0" sldId="275"/>
            <ac:spMk id="289" creationId="{B50AB553-2A96-4A92-96F2-93548E096954}"/>
          </ac:spMkLst>
        </pc:spChg>
        <pc:graphicFrameChg chg="add del">
          <ac:chgData name="Leonardo Moreira Ropelato" userId="S::leonardo.ropelato@dio.me::a289a7f8-9c5e-44ce-8a70-4fb6bc72822a" providerId="AD" clId="Web-{A37FAD93-91EA-4162-3A07-C7FF376E34B4}" dt="2023-04-25T20:48:53.277" v="6"/>
          <ac:graphicFrameMkLst>
            <pc:docMk/>
            <pc:sldMk cId="0" sldId="275"/>
            <ac:graphicFrameMk id="287" creationId="{CD09D8E9-DA61-E8C5-FF15-E52C2348F123}"/>
          </ac:graphicFrameMkLst>
        </pc:graphicFrameChg>
        <pc:picChg chg="add">
          <ac:chgData name="Leonardo Moreira Ropelato" userId="S::leonardo.ropelato@dio.me::a289a7f8-9c5e-44ce-8a70-4fb6bc72822a" providerId="AD" clId="Web-{A37FAD93-91EA-4162-3A07-C7FF376E34B4}" dt="2023-04-25T20:48:48.245" v="4"/>
          <ac:picMkLst>
            <pc:docMk/>
            <pc:sldMk cId="0" sldId="275"/>
            <ac:picMk id="4" creationId="{791FD774-FCC0-2335-12E4-EA5E56375395}"/>
          </ac:picMkLst>
        </pc:picChg>
        <pc:picChg chg="add del">
          <ac:chgData name="Leonardo Moreira Ropelato" userId="S::leonardo.ropelato@dio.me::a289a7f8-9c5e-44ce-8a70-4fb6bc72822a" providerId="AD" clId="Web-{A37FAD93-91EA-4162-3A07-C7FF376E34B4}" dt="2023-04-25T20:48:53.277" v="6"/>
          <ac:picMkLst>
            <pc:docMk/>
            <pc:sldMk cId="0" sldId="275"/>
            <ac:picMk id="286" creationId="{BA8C59A9-0F93-2616-4DAD-F5E126A3A6CD}"/>
          </ac:picMkLst>
        </pc:picChg>
      </pc:sldChg>
      <pc:sldChg chg="modSp">
        <pc:chgData name="Leonardo Moreira Ropelato" userId="S::leonardo.ropelato@dio.me::a289a7f8-9c5e-44ce-8a70-4fb6bc72822a" providerId="AD" clId="Web-{A37FAD93-91EA-4162-3A07-C7FF376E34B4}" dt="2023-04-25T20:58:29.775" v="39" actId="14100"/>
        <pc:sldMkLst>
          <pc:docMk/>
          <pc:sldMk cId="1393734078" sldId="276"/>
        </pc:sldMkLst>
        <pc:picChg chg="mod ord">
          <ac:chgData name="Leonardo Moreira Ropelato" userId="S::leonardo.ropelato@dio.me::a289a7f8-9c5e-44ce-8a70-4fb6bc72822a" providerId="AD" clId="Web-{A37FAD93-91EA-4162-3A07-C7FF376E34B4}" dt="2023-04-25T20:58:29.775" v="39" actId="14100"/>
          <ac:picMkLst>
            <pc:docMk/>
            <pc:sldMk cId="1393734078" sldId="276"/>
            <ac:picMk id="2" creationId="{7267946B-816C-7DBD-856A-A6DFF888B904}"/>
          </ac:picMkLst>
        </pc:picChg>
      </pc:sldChg>
      <pc:sldChg chg="modSp">
        <pc:chgData name="Leonardo Moreira Ropelato" userId="S::leonardo.ropelato@dio.me::a289a7f8-9c5e-44ce-8a70-4fb6bc72822a" providerId="AD" clId="Web-{A37FAD93-91EA-4162-3A07-C7FF376E34B4}" dt="2023-04-25T20:58:39.541" v="55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A37FAD93-91EA-4162-3A07-C7FF376E34B4}" dt="2023-04-25T20:58:39.541" v="55" actId="20577"/>
          <ac:spMkLst>
            <pc:docMk/>
            <pc:sldMk cId="429695317" sldId="281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D475CCC4-3204-0CD3-50D0-418CF27B6C32}"/>
    <pc:docChg chg="addSld delSld modSld modMainMaster">
      <pc:chgData name="Leonardo Moreira Ropelato" userId="S::leonardo.ropelato@dio.me::a289a7f8-9c5e-44ce-8a70-4fb6bc72822a" providerId="AD" clId="Web-{D475CCC4-3204-0CD3-50D0-418CF27B6C32}" dt="2023-05-24T18:43:14.677" v="99" actId="14100"/>
      <pc:docMkLst>
        <pc:docMk/>
      </pc:docMkLst>
      <pc:sldChg chg="add del">
        <pc:chgData name="Leonardo Moreira Ropelato" userId="S::leonardo.ropelato@dio.me::a289a7f8-9c5e-44ce-8a70-4fb6bc72822a" providerId="AD" clId="Web-{D475CCC4-3204-0CD3-50D0-418CF27B6C32}" dt="2023-05-24T18:40:08.813" v="5"/>
        <pc:sldMkLst>
          <pc:docMk/>
          <pc:sldMk cId="0" sldId="261"/>
        </pc:sldMkLst>
      </pc:sldChg>
      <pc:sldChg chg="modSp">
        <pc:chgData name="Leonardo Moreira Ropelato" userId="S::leonardo.ropelato@dio.me::a289a7f8-9c5e-44ce-8a70-4fb6bc72822a" providerId="AD" clId="Web-{D475CCC4-3204-0CD3-50D0-418CF27B6C32}" dt="2023-05-24T18:42:09.441" v="78" actId="20577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D475CCC4-3204-0CD3-50D0-418CF27B6C32}" dt="2023-05-24T18:42:09.441" v="78" actId="20577"/>
          <ac:spMkLst>
            <pc:docMk/>
            <pc:sldMk cId="0" sldId="262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D475CCC4-3204-0CD3-50D0-418CF27B6C32}" dt="2023-05-24T18:40:18.422" v="10" actId="20577"/>
          <ac:spMkLst>
            <pc:docMk/>
            <pc:sldMk cId="0" sldId="262"/>
            <ac:spMk id="169" creationId="{00000000-0000-0000-0000-000000000000}"/>
          </ac:spMkLst>
        </pc:spChg>
      </pc:sldChg>
      <pc:sldChg chg="addSp delSp modSp">
        <pc:chgData name="Leonardo Moreira Ropelato" userId="S::leonardo.ropelato@dio.me::a289a7f8-9c5e-44ce-8a70-4fb6bc72822a" providerId="AD" clId="Web-{D475CCC4-3204-0CD3-50D0-418CF27B6C32}" dt="2023-05-24T18:39:22.062" v="1"/>
        <pc:sldMkLst>
          <pc:docMk/>
          <pc:sldMk cId="1393734078" sldId="276"/>
        </pc:sldMkLst>
        <pc:spChg chg="del">
          <ac:chgData name="Leonardo Moreira Ropelato" userId="S::leonardo.ropelato@dio.me::a289a7f8-9c5e-44ce-8a70-4fb6bc72822a" providerId="AD" clId="Web-{D475CCC4-3204-0CD3-50D0-418CF27B6C32}" dt="2023-05-24T18:39:21.140" v="0"/>
          <ac:spMkLst>
            <pc:docMk/>
            <pc:sldMk cId="1393734078" sldId="276"/>
            <ac:spMk id="3" creationId="{4FA95A95-A1E7-0B2E-183F-D3C4DED9A47A}"/>
          </ac:spMkLst>
        </pc:spChg>
        <pc:spChg chg="add mod">
          <ac:chgData name="Leonardo Moreira Ropelato" userId="S::leonardo.ropelato@dio.me::a289a7f8-9c5e-44ce-8a70-4fb6bc72822a" providerId="AD" clId="Web-{D475CCC4-3204-0CD3-50D0-418CF27B6C32}" dt="2023-05-24T18:39:22.062" v="1"/>
          <ac:spMkLst>
            <pc:docMk/>
            <pc:sldMk cId="1393734078" sldId="276"/>
            <ac:spMk id="4" creationId="{15DC3995-1D71-2F0E-80F5-9E86BD7EB0BA}"/>
          </ac:spMkLst>
        </pc:spChg>
      </pc:sldChg>
      <pc:sldChg chg="modSp">
        <pc:chgData name="Leonardo Moreira Ropelato" userId="S::leonardo.ropelato@dio.me::a289a7f8-9c5e-44ce-8a70-4fb6bc72822a" providerId="AD" clId="Web-{D475CCC4-3204-0CD3-50D0-418CF27B6C32}" dt="2023-05-24T18:42:37.441" v="83" actId="14100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D475CCC4-3204-0CD3-50D0-418CF27B6C32}" dt="2023-05-24T18:42:37.441" v="83" actId="14100"/>
          <ac:spMkLst>
            <pc:docMk/>
            <pc:sldMk cId="1152829319" sldId="278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D475CCC4-3204-0CD3-50D0-418CF27B6C32}" dt="2023-05-24T18:43:14.677" v="99" actId="14100"/>
        <pc:sldMkLst>
          <pc:docMk/>
          <pc:sldMk cId="2147046171" sldId="279"/>
        </pc:sldMkLst>
        <pc:spChg chg="mod">
          <ac:chgData name="Leonardo Moreira Ropelato" userId="S::leonardo.ropelato@dio.me::a289a7f8-9c5e-44ce-8a70-4fb6bc72822a" providerId="AD" clId="Web-{D475CCC4-3204-0CD3-50D0-418CF27B6C32}" dt="2023-05-24T18:43:14.677" v="99" actId="14100"/>
          <ac:spMkLst>
            <pc:docMk/>
            <pc:sldMk cId="2147046171" sldId="279"/>
            <ac:spMk id="168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D475CCC4-3204-0CD3-50D0-418CF27B6C32}" dt="2023-05-24T18:42:56.504" v="91" actId="20577"/>
        <pc:sldMkLst>
          <pc:docMk/>
          <pc:sldMk cId="497996144" sldId="286"/>
        </pc:sldMkLst>
        <pc:spChg chg="mod">
          <ac:chgData name="Leonardo Moreira Ropelato" userId="S::leonardo.ropelato@dio.me::a289a7f8-9c5e-44ce-8a70-4fb6bc72822a" providerId="AD" clId="Web-{D475CCC4-3204-0CD3-50D0-418CF27B6C32}" dt="2023-05-24T18:42:56.504" v="91" actId="20577"/>
          <ac:spMkLst>
            <pc:docMk/>
            <pc:sldMk cId="497996144" sldId="286"/>
            <ac:spMk id="168" creationId="{00000000-0000-0000-0000-000000000000}"/>
          </ac:spMkLst>
        </pc:spChg>
      </pc:sldChg>
      <pc:sldMasterChg chg="mod modSldLayout">
        <pc:chgData name="Leonardo Moreira Ropelato" userId="S::leonardo.ropelato@dio.me::a289a7f8-9c5e-44ce-8a70-4fb6bc72822a" providerId="AD" clId="Web-{D475CCC4-3204-0CD3-50D0-418CF27B6C32}" dt="2023-05-24T18:39:23.671" v="2"/>
        <pc:sldMasterMkLst>
          <pc:docMk/>
          <pc:sldMasterMk cId="671348263" sldId="2147483661"/>
        </pc:sldMasterMkLst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683621079" sldId="2147483662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613105325" sldId="2147483663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59170256" sldId="2147483664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3186453110" sldId="2147483665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89494797" sldId="2147483666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351810797" sldId="2147483667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4064732990" sldId="2147483668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791379102" sldId="2147483669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542727112" sldId="2147483670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853127826" sldId="2147483671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74421405" sldId="2147483672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942748697" sldId="2147483673"/>
          </pc:sldLayoutMkLst>
        </pc:sldLayoutChg>
      </pc:sldMasterChg>
    </pc:docChg>
  </pc:docChgLst>
  <pc:docChgLst>
    <pc:chgData name="gui.ifsp11@gmail.com" userId="S::urn:spo:guest#gui.ifsp11@gmail.com::" providerId="AD" clId="Web-{64458F9A-DD79-4BEA-7683-D98C4B00DC65}"/>
    <pc:docChg chg="delSld modSld">
      <pc:chgData name="gui.ifsp11@gmail.com" userId="S::urn:spo:guest#gui.ifsp11@gmail.com::" providerId="AD" clId="Web-{64458F9A-DD79-4BEA-7683-D98C4B00DC65}" dt="2023-10-18T19:49:40.833" v="180" actId="20577"/>
      <pc:docMkLst>
        <pc:docMk/>
      </pc:docMkLst>
      <pc:sldChg chg="modSp">
        <pc:chgData name="gui.ifsp11@gmail.com" userId="S::urn:spo:guest#gui.ifsp11@gmail.com::" providerId="AD" clId="Web-{64458F9A-DD79-4BEA-7683-D98C4B00DC65}" dt="2023-10-18T19:09:54.745" v="18" actId="20577"/>
        <pc:sldMkLst>
          <pc:docMk/>
          <pc:sldMk cId="0" sldId="260"/>
        </pc:sldMkLst>
        <pc:spChg chg="mod">
          <ac:chgData name="gui.ifsp11@gmail.com" userId="S::urn:spo:guest#gui.ifsp11@gmail.com::" providerId="AD" clId="Web-{64458F9A-DD79-4BEA-7683-D98C4B00DC65}" dt="2023-10-18T19:09:54.745" v="18" actId="20577"/>
          <ac:spMkLst>
            <pc:docMk/>
            <pc:sldMk cId="0" sldId="260"/>
            <ac:spMk id="155" creationId="{00000000-0000-0000-0000-000000000000}"/>
          </ac:spMkLst>
        </pc:spChg>
      </pc:sldChg>
      <pc:sldChg chg="modSp">
        <pc:chgData name="gui.ifsp11@gmail.com" userId="S::urn:spo:guest#gui.ifsp11@gmail.com::" providerId="AD" clId="Web-{64458F9A-DD79-4BEA-7683-D98C4B00DC65}" dt="2023-10-18T19:45:34.334" v="58" actId="20577"/>
        <pc:sldMkLst>
          <pc:docMk/>
          <pc:sldMk cId="0" sldId="263"/>
        </pc:sldMkLst>
        <pc:spChg chg="mod">
          <ac:chgData name="gui.ifsp11@gmail.com" userId="S::urn:spo:guest#gui.ifsp11@gmail.com::" providerId="AD" clId="Web-{64458F9A-DD79-4BEA-7683-D98C4B00DC65}" dt="2023-10-18T19:45:34.334" v="58" actId="20577"/>
          <ac:spMkLst>
            <pc:docMk/>
            <pc:sldMk cId="0" sldId="263"/>
            <ac:spMk id="175" creationId="{00000000-0000-0000-0000-000000000000}"/>
          </ac:spMkLst>
        </pc:spChg>
      </pc:sldChg>
      <pc:sldChg chg="modSp">
        <pc:chgData name="gui.ifsp11@gmail.com" userId="S::urn:spo:guest#gui.ifsp11@gmail.com::" providerId="AD" clId="Web-{64458F9A-DD79-4BEA-7683-D98C4B00DC65}" dt="2023-10-18T19:46:18.212" v="88" actId="20577"/>
        <pc:sldMkLst>
          <pc:docMk/>
          <pc:sldMk cId="0" sldId="264"/>
        </pc:sldMkLst>
        <pc:spChg chg="mod">
          <ac:chgData name="gui.ifsp11@gmail.com" userId="S::urn:spo:guest#gui.ifsp11@gmail.com::" providerId="AD" clId="Web-{64458F9A-DD79-4BEA-7683-D98C4B00DC65}" dt="2023-10-18T19:46:18.212" v="88" actId="20577"/>
          <ac:spMkLst>
            <pc:docMk/>
            <pc:sldMk cId="0" sldId="264"/>
            <ac:spMk id="184" creationId="{00000000-0000-0000-0000-000000000000}"/>
          </ac:spMkLst>
        </pc:spChg>
      </pc:sldChg>
      <pc:sldChg chg="modSp">
        <pc:chgData name="gui.ifsp11@gmail.com" userId="S::urn:spo:guest#gui.ifsp11@gmail.com::" providerId="AD" clId="Web-{64458F9A-DD79-4BEA-7683-D98C4B00DC65}" dt="2023-10-18T19:47:16.481" v="128" actId="20577"/>
        <pc:sldMkLst>
          <pc:docMk/>
          <pc:sldMk cId="0" sldId="265"/>
        </pc:sldMkLst>
        <pc:spChg chg="mod">
          <ac:chgData name="gui.ifsp11@gmail.com" userId="S::urn:spo:guest#gui.ifsp11@gmail.com::" providerId="AD" clId="Web-{64458F9A-DD79-4BEA-7683-D98C4B00DC65}" dt="2023-10-18T19:47:13.215" v="127" actId="20577"/>
          <ac:spMkLst>
            <pc:docMk/>
            <pc:sldMk cId="0" sldId="265"/>
            <ac:spMk id="194" creationId="{00000000-0000-0000-0000-000000000000}"/>
          </ac:spMkLst>
        </pc:spChg>
        <pc:spChg chg="mod">
          <ac:chgData name="gui.ifsp11@gmail.com" userId="S::urn:spo:guest#gui.ifsp11@gmail.com::" providerId="AD" clId="Web-{64458F9A-DD79-4BEA-7683-D98C4B00DC65}" dt="2023-10-18T19:47:16.481" v="128" actId="20577"/>
          <ac:spMkLst>
            <pc:docMk/>
            <pc:sldMk cId="0" sldId="265"/>
            <ac:spMk id="196" creationId="{00000000-0000-0000-0000-000000000000}"/>
          </ac:spMkLst>
        </pc:spChg>
      </pc:sldChg>
      <pc:sldChg chg="modSp">
        <pc:chgData name="gui.ifsp11@gmail.com" userId="S::urn:spo:guest#gui.ifsp11@gmail.com::" providerId="AD" clId="Web-{64458F9A-DD79-4BEA-7683-D98C4B00DC65}" dt="2023-10-18T19:49:40.833" v="180" actId="20577"/>
        <pc:sldMkLst>
          <pc:docMk/>
          <pc:sldMk cId="0" sldId="266"/>
        </pc:sldMkLst>
        <pc:spChg chg="mod">
          <ac:chgData name="gui.ifsp11@gmail.com" userId="S::urn:spo:guest#gui.ifsp11@gmail.com::" providerId="AD" clId="Web-{64458F9A-DD79-4BEA-7683-D98C4B00DC65}" dt="2023-10-18T19:49:40.833" v="180" actId="20577"/>
          <ac:spMkLst>
            <pc:docMk/>
            <pc:sldMk cId="0" sldId="266"/>
            <ac:spMk id="204" creationId="{00000000-0000-0000-0000-000000000000}"/>
          </ac:spMkLst>
        </pc:spChg>
      </pc:sldChg>
      <pc:sldChg chg="modSp">
        <pc:chgData name="gui.ifsp11@gmail.com" userId="S::urn:spo:guest#gui.ifsp11@gmail.com::" providerId="AD" clId="Web-{64458F9A-DD79-4BEA-7683-D98C4B00DC65}" dt="2023-10-18T19:45:26.068" v="55" actId="20577"/>
        <pc:sldMkLst>
          <pc:docMk/>
          <pc:sldMk cId="2315204132" sldId="277"/>
        </pc:sldMkLst>
        <pc:spChg chg="mod">
          <ac:chgData name="gui.ifsp11@gmail.com" userId="S::urn:spo:guest#gui.ifsp11@gmail.com::" providerId="AD" clId="Web-{64458F9A-DD79-4BEA-7683-D98C4B00DC65}" dt="2023-10-18T19:45:26.068" v="55" actId="20577"/>
          <ac:spMkLst>
            <pc:docMk/>
            <pc:sldMk cId="2315204132" sldId="277"/>
            <ac:spMk id="168" creationId="{00000000-0000-0000-0000-000000000000}"/>
          </ac:spMkLst>
        </pc:spChg>
      </pc:sldChg>
      <pc:sldChg chg="del">
        <pc:chgData name="gui.ifsp11@gmail.com" userId="S::urn:spo:guest#gui.ifsp11@gmail.com::" providerId="AD" clId="Web-{64458F9A-DD79-4BEA-7683-D98C4B00DC65}" dt="2023-10-18T19:15:22.592" v="43"/>
        <pc:sldMkLst>
          <pc:docMk/>
          <pc:sldMk cId="1541066508" sldId="285"/>
        </pc:sldMkLst>
      </pc:sldChg>
      <pc:sldChg chg="del">
        <pc:chgData name="gui.ifsp11@gmail.com" userId="S::urn:spo:guest#gui.ifsp11@gmail.com::" providerId="AD" clId="Web-{64458F9A-DD79-4BEA-7683-D98C4B00DC65}" dt="2023-10-18T19:15:12.216" v="28"/>
        <pc:sldMkLst>
          <pc:docMk/>
          <pc:sldMk cId="2436521811" sldId="287"/>
        </pc:sldMkLst>
      </pc:sldChg>
      <pc:sldChg chg="del">
        <pc:chgData name="gui.ifsp11@gmail.com" userId="S::urn:spo:guest#gui.ifsp11@gmail.com::" providerId="AD" clId="Web-{64458F9A-DD79-4BEA-7683-D98C4B00DC65}" dt="2023-10-18T19:15:12.216" v="27"/>
        <pc:sldMkLst>
          <pc:docMk/>
          <pc:sldMk cId="2099028958" sldId="325"/>
        </pc:sldMkLst>
      </pc:sldChg>
      <pc:sldChg chg="modSp">
        <pc:chgData name="gui.ifsp11@gmail.com" userId="S::urn:spo:guest#gui.ifsp11@gmail.com::" providerId="AD" clId="Web-{64458F9A-DD79-4BEA-7683-D98C4B00DC65}" dt="2023-10-18T19:47:57.046" v="169" actId="20577"/>
        <pc:sldMkLst>
          <pc:docMk/>
          <pc:sldMk cId="2387653451" sldId="327"/>
        </pc:sldMkLst>
        <pc:spChg chg="mod">
          <ac:chgData name="gui.ifsp11@gmail.com" userId="S::urn:spo:guest#gui.ifsp11@gmail.com::" providerId="AD" clId="Web-{64458F9A-DD79-4BEA-7683-D98C4B00DC65}" dt="2023-10-18T19:47:57.046" v="169" actId="20577"/>
          <ac:spMkLst>
            <pc:docMk/>
            <pc:sldMk cId="2387653451" sldId="327"/>
            <ac:spMk id="194" creationId="{00000000-0000-0000-0000-000000000000}"/>
          </ac:spMkLst>
        </pc:spChg>
        <pc:spChg chg="mod">
          <ac:chgData name="gui.ifsp11@gmail.com" userId="S::urn:spo:guest#gui.ifsp11@gmail.com::" providerId="AD" clId="Web-{64458F9A-DD79-4BEA-7683-D98C4B00DC65}" dt="2023-10-18T19:47:48.217" v="151" actId="20577"/>
          <ac:spMkLst>
            <pc:docMk/>
            <pc:sldMk cId="2387653451" sldId="327"/>
            <ac:spMk id="196" creationId="{00000000-0000-0000-0000-000000000000}"/>
          </ac:spMkLst>
        </pc:spChg>
      </pc:sldChg>
      <pc:sldChg chg="del">
        <pc:chgData name="gui.ifsp11@gmail.com" userId="S::urn:spo:guest#gui.ifsp11@gmail.com::" providerId="AD" clId="Web-{64458F9A-DD79-4BEA-7683-D98C4B00DC65}" dt="2023-10-18T19:15:22.576" v="34"/>
        <pc:sldMkLst>
          <pc:docMk/>
          <pc:sldMk cId="2642046658" sldId="328"/>
        </pc:sldMkLst>
      </pc:sldChg>
      <pc:sldChg chg="del">
        <pc:chgData name="gui.ifsp11@gmail.com" userId="S::urn:spo:guest#gui.ifsp11@gmail.com::" providerId="AD" clId="Web-{64458F9A-DD79-4BEA-7683-D98C4B00DC65}" dt="2023-10-18T19:15:22.576" v="33"/>
        <pc:sldMkLst>
          <pc:docMk/>
          <pc:sldMk cId="4263370433" sldId="329"/>
        </pc:sldMkLst>
      </pc:sldChg>
      <pc:sldChg chg="del">
        <pc:chgData name="gui.ifsp11@gmail.com" userId="S::urn:spo:guest#gui.ifsp11@gmail.com::" providerId="AD" clId="Web-{64458F9A-DD79-4BEA-7683-D98C4B00DC65}" dt="2023-10-18T19:15:39.609" v="50"/>
        <pc:sldMkLst>
          <pc:docMk/>
          <pc:sldMk cId="2384663550" sldId="330"/>
        </pc:sldMkLst>
      </pc:sldChg>
      <pc:sldChg chg="del">
        <pc:chgData name="gui.ifsp11@gmail.com" userId="S::urn:spo:guest#gui.ifsp11@gmail.com::" providerId="AD" clId="Web-{64458F9A-DD79-4BEA-7683-D98C4B00DC65}" dt="2023-10-18T19:15:38.687" v="49"/>
        <pc:sldMkLst>
          <pc:docMk/>
          <pc:sldMk cId="934752893" sldId="331"/>
        </pc:sldMkLst>
      </pc:sldChg>
      <pc:sldChg chg="del">
        <pc:chgData name="gui.ifsp11@gmail.com" userId="S::urn:spo:guest#gui.ifsp11@gmail.com::" providerId="AD" clId="Web-{64458F9A-DD79-4BEA-7683-D98C4B00DC65}" dt="2023-10-18T19:15:33.702" v="46"/>
        <pc:sldMkLst>
          <pc:docMk/>
          <pc:sldMk cId="3031069637" sldId="332"/>
        </pc:sldMkLst>
      </pc:sldChg>
      <pc:sldChg chg="del">
        <pc:chgData name="gui.ifsp11@gmail.com" userId="S::urn:spo:guest#gui.ifsp11@gmail.com::" providerId="AD" clId="Web-{64458F9A-DD79-4BEA-7683-D98C4B00DC65}" dt="2023-10-18T19:15:47.109" v="51"/>
        <pc:sldMkLst>
          <pc:docMk/>
          <pc:sldMk cId="1134622723" sldId="333"/>
        </pc:sldMkLst>
      </pc:sldChg>
      <pc:sldChg chg="del">
        <pc:chgData name="gui.ifsp11@gmail.com" userId="S::urn:spo:guest#gui.ifsp11@gmail.com::" providerId="AD" clId="Web-{64458F9A-DD79-4BEA-7683-D98C4B00DC65}" dt="2023-10-18T19:15:33.702" v="47"/>
        <pc:sldMkLst>
          <pc:docMk/>
          <pc:sldMk cId="1736911847" sldId="334"/>
        </pc:sldMkLst>
      </pc:sldChg>
      <pc:sldChg chg="del">
        <pc:chgData name="gui.ifsp11@gmail.com" userId="S::urn:spo:guest#gui.ifsp11@gmail.com::" providerId="AD" clId="Web-{64458F9A-DD79-4BEA-7683-D98C4B00DC65}" dt="2023-10-18T19:15:33.686" v="44"/>
        <pc:sldMkLst>
          <pc:docMk/>
          <pc:sldMk cId="3090486678" sldId="335"/>
        </pc:sldMkLst>
      </pc:sldChg>
      <pc:sldChg chg="del">
        <pc:chgData name="gui.ifsp11@gmail.com" userId="S::urn:spo:guest#gui.ifsp11@gmail.com::" providerId="AD" clId="Web-{64458F9A-DD79-4BEA-7683-D98C4B00DC65}" dt="2023-10-18T19:15:33.686" v="45"/>
        <pc:sldMkLst>
          <pc:docMk/>
          <pc:sldMk cId="3968282392" sldId="336"/>
        </pc:sldMkLst>
      </pc:sldChg>
      <pc:sldChg chg="del">
        <pc:chgData name="gui.ifsp11@gmail.com" userId="S::urn:spo:guest#gui.ifsp11@gmail.com::" providerId="AD" clId="Web-{64458F9A-DD79-4BEA-7683-D98C4B00DC65}" dt="2023-10-18T19:15:47.109" v="52"/>
        <pc:sldMkLst>
          <pc:docMk/>
          <pc:sldMk cId="570059413" sldId="337"/>
        </pc:sldMkLst>
      </pc:sldChg>
      <pc:sldChg chg="del">
        <pc:chgData name="gui.ifsp11@gmail.com" userId="S::urn:spo:guest#gui.ifsp11@gmail.com::" providerId="AD" clId="Web-{64458F9A-DD79-4BEA-7683-D98C4B00DC65}" dt="2023-10-18T19:15:37.890" v="48"/>
        <pc:sldMkLst>
          <pc:docMk/>
          <pc:sldMk cId="2477614365" sldId="338"/>
        </pc:sldMkLst>
      </pc:sldChg>
      <pc:sldChg chg="del">
        <pc:chgData name="gui.ifsp11@gmail.com" userId="S::urn:spo:guest#gui.ifsp11@gmail.com::" providerId="AD" clId="Web-{64458F9A-DD79-4BEA-7683-D98C4B00DC65}" dt="2023-10-18T19:15:22.592" v="41"/>
        <pc:sldMkLst>
          <pc:docMk/>
          <pc:sldMk cId="3821619156" sldId="339"/>
        </pc:sldMkLst>
      </pc:sldChg>
      <pc:sldChg chg="del">
        <pc:chgData name="gui.ifsp11@gmail.com" userId="S::urn:spo:guest#gui.ifsp11@gmail.com::" providerId="AD" clId="Web-{64458F9A-DD79-4BEA-7683-D98C4B00DC65}" dt="2023-10-18T19:15:22.592" v="42"/>
        <pc:sldMkLst>
          <pc:docMk/>
          <pc:sldMk cId="3645253624" sldId="340"/>
        </pc:sldMkLst>
      </pc:sldChg>
      <pc:sldChg chg="del">
        <pc:chgData name="gui.ifsp11@gmail.com" userId="S::urn:spo:guest#gui.ifsp11@gmail.com::" providerId="AD" clId="Web-{64458F9A-DD79-4BEA-7683-D98C4B00DC65}" dt="2023-10-18T19:15:22.592" v="39"/>
        <pc:sldMkLst>
          <pc:docMk/>
          <pc:sldMk cId="2177084673" sldId="341"/>
        </pc:sldMkLst>
      </pc:sldChg>
      <pc:sldChg chg="del">
        <pc:chgData name="gui.ifsp11@gmail.com" userId="S::urn:spo:guest#gui.ifsp11@gmail.com::" providerId="AD" clId="Web-{64458F9A-DD79-4BEA-7683-D98C4B00DC65}" dt="2023-10-18T19:15:22.592" v="40"/>
        <pc:sldMkLst>
          <pc:docMk/>
          <pc:sldMk cId="3709056830" sldId="342"/>
        </pc:sldMkLst>
      </pc:sldChg>
      <pc:sldChg chg="del">
        <pc:chgData name="gui.ifsp11@gmail.com" userId="S::urn:spo:guest#gui.ifsp11@gmail.com::" providerId="AD" clId="Web-{64458F9A-DD79-4BEA-7683-D98C4B00DC65}" dt="2023-10-18T19:15:22.576" v="37"/>
        <pc:sldMkLst>
          <pc:docMk/>
          <pc:sldMk cId="727200916" sldId="343"/>
        </pc:sldMkLst>
      </pc:sldChg>
      <pc:sldChg chg="del">
        <pc:chgData name="gui.ifsp11@gmail.com" userId="S::urn:spo:guest#gui.ifsp11@gmail.com::" providerId="AD" clId="Web-{64458F9A-DD79-4BEA-7683-D98C4B00DC65}" dt="2023-10-18T19:15:22.576" v="38"/>
        <pc:sldMkLst>
          <pc:docMk/>
          <pc:sldMk cId="3706194746" sldId="344"/>
        </pc:sldMkLst>
      </pc:sldChg>
      <pc:sldChg chg="del">
        <pc:chgData name="gui.ifsp11@gmail.com" userId="S::urn:spo:guest#gui.ifsp11@gmail.com::" providerId="AD" clId="Web-{64458F9A-DD79-4BEA-7683-D98C4B00DC65}" dt="2023-10-18T19:15:22.576" v="35"/>
        <pc:sldMkLst>
          <pc:docMk/>
          <pc:sldMk cId="239949744" sldId="345"/>
        </pc:sldMkLst>
      </pc:sldChg>
      <pc:sldChg chg="del">
        <pc:chgData name="gui.ifsp11@gmail.com" userId="S::urn:spo:guest#gui.ifsp11@gmail.com::" providerId="AD" clId="Web-{64458F9A-DD79-4BEA-7683-D98C4B00DC65}" dt="2023-10-18T19:15:22.576" v="36"/>
        <pc:sldMkLst>
          <pc:docMk/>
          <pc:sldMk cId="907380906" sldId="346"/>
        </pc:sldMkLst>
      </pc:sldChg>
      <pc:sldChg chg="del">
        <pc:chgData name="gui.ifsp11@gmail.com" userId="S::urn:spo:guest#gui.ifsp11@gmail.com::" providerId="AD" clId="Web-{64458F9A-DD79-4BEA-7683-D98C4B00DC65}" dt="2023-10-18T19:15:22.576" v="31"/>
        <pc:sldMkLst>
          <pc:docMk/>
          <pc:sldMk cId="3848487751" sldId="347"/>
        </pc:sldMkLst>
      </pc:sldChg>
      <pc:sldChg chg="del">
        <pc:chgData name="gui.ifsp11@gmail.com" userId="S::urn:spo:guest#gui.ifsp11@gmail.com::" providerId="AD" clId="Web-{64458F9A-DD79-4BEA-7683-D98C4B00DC65}" dt="2023-10-18T19:15:22.576" v="32"/>
        <pc:sldMkLst>
          <pc:docMk/>
          <pc:sldMk cId="1958732953" sldId="348"/>
        </pc:sldMkLst>
      </pc:sldChg>
      <pc:sldChg chg="del">
        <pc:chgData name="gui.ifsp11@gmail.com" userId="S::urn:spo:guest#gui.ifsp11@gmail.com::" providerId="AD" clId="Web-{64458F9A-DD79-4BEA-7683-D98C4B00DC65}" dt="2023-10-18T19:15:22.561" v="29"/>
        <pc:sldMkLst>
          <pc:docMk/>
          <pc:sldMk cId="520413102" sldId="349"/>
        </pc:sldMkLst>
      </pc:sldChg>
      <pc:sldChg chg="del">
        <pc:chgData name="gui.ifsp11@gmail.com" userId="S::urn:spo:guest#gui.ifsp11@gmail.com::" providerId="AD" clId="Web-{64458F9A-DD79-4BEA-7683-D98C4B00DC65}" dt="2023-10-18T19:15:22.561" v="30"/>
        <pc:sldMkLst>
          <pc:docMk/>
          <pc:sldMk cId="3347792012" sldId="350"/>
        </pc:sldMkLst>
      </pc:sldChg>
      <pc:sldChg chg="del">
        <pc:chgData name="gui.ifsp11@gmail.com" userId="S::urn:spo:guest#gui.ifsp11@gmail.com::" providerId="AD" clId="Web-{64458F9A-DD79-4BEA-7683-D98C4B00DC65}" dt="2023-10-18T19:15:12.216" v="26"/>
        <pc:sldMkLst>
          <pc:docMk/>
          <pc:sldMk cId="701804538" sldId="351"/>
        </pc:sldMkLst>
      </pc:sldChg>
      <pc:sldChg chg="del">
        <pc:chgData name="gui.ifsp11@gmail.com" userId="S::urn:spo:guest#gui.ifsp11@gmail.com::" providerId="AD" clId="Web-{64458F9A-DD79-4BEA-7683-D98C4B00DC65}" dt="2023-10-18T19:15:12.216" v="25"/>
        <pc:sldMkLst>
          <pc:docMk/>
          <pc:sldMk cId="821769451" sldId="352"/>
        </pc:sldMkLst>
      </pc:sldChg>
      <pc:sldChg chg="del">
        <pc:chgData name="gui.ifsp11@gmail.com" userId="S::urn:spo:guest#gui.ifsp11@gmail.com::" providerId="AD" clId="Web-{64458F9A-DD79-4BEA-7683-D98C4B00DC65}" dt="2023-10-18T19:15:12.201" v="24"/>
        <pc:sldMkLst>
          <pc:docMk/>
          <pc:sldMk cId="295952995" sldId="353"/>
        </pc:sldMkLst>
      </pc:sldChg>
      <pc:sldChg chg="del">
        <pc:chgData name="gui.ifsp11@gmail.com" userId="S::urn:spo:guest#gui.ifsp11@gmail.com::" providerId="AD" clId="Web-{64458F9A-DD79-4BEA-7683-D98C4B00DC65}" dt="2023-10-18T19:15:12.201" v="23"/>
        <pc:sldMkLst>
          <pc:docMk/>
          <pc:sldMk cId="4078479052" sldId="354"/>
        </pc:sldMkLst>
      </pc:sldChg>
      <pc:sldChg chg="del">
        <pc:chgData name="gui.ifsp11@gmail.com" userId="S::urn:spo:guest#gui.ifsp11@gmail.com::" providerId="AD" clId="Web-{64458F9A-DD79-4BEA-7683-D98C4B00DC65}" dt="2023-10-18T19:15:12.201" v="22"/>
        <pc:sldMkLst>
          <pc:docMk/>
          <pc:sldMk cId="1970153579" sldId="355"/>
        </pc:sldMkLst>
      </pc:sldChg>
      <pc:sldChg chg="del">
        <pc:chgData name="gui.ifsp11@gmail.com" userId="S::urn:spo:guest#gui.ifsp11@gmail.com::" providerId="AD" clId="Web-{64458F9A-DD79-4BEA-7683-D98C4B00DC65}" dt="2023-10-18T19:15:12.201" v="21"/>
        <pc:sldMkLst>
          <pc:docMk/>
          <pc:sldMk cId="2897480673" sldId="356"/>
        </pc:sldMkLst>
      </pc:sldChg>
      <pc:sldChg chg="del">
        <pc:chgData name="gui.ifsp11@gmail.com" userId="S::urn:spo:guest#gui.ifsp11@gmail.com::" providerId="AD" clId="Web-{64458F9A-DD79-4BEA-7683-D98C4B00DC65}" dt="2023-10-18T19:15:12.201" v="20"/>
        <pc:sldMkLst>
          <pc:docMk/>
          <pc:sldMk cId="2827700142" sldId="357"/>
        </pc:sldMkLst>
      </pc:sldChg>
      <pc:sldChg chg="del">
        <pc:chgData name="gui.ifsp11@gmail.com" userId="S::urn:spo:guest#gui.ifsp11@gmail.com::" providerId="AD" clId="Web-{64458F9A-DD79-4BEA-7683-D98C4B00DC65}" dt="2023-10-18T19:15:12.201" v="19"/>
        <pc:sldMkLst>
          <pc:docMk/>
          <pc:sldMk cId="1123963643" sldId="358"/>
        </pc:sldMkLst>
      </pc:sldChg>
    </pc:docChg>
  </pc:docChgLst>
  <pc:docChgLst>
    <pc:chgData name="gui.ifsp11@gmail.com" userId="S::urn:spo:guest#gui.ifsp11@gmail.com::" providerId="AD" clId="Web-{E40E4E7B-A8D7-BE2B-560C-64CD9117C599}"/>
    <pc:docChg chg="modSld">
      <pc:chgData name="gui.ifsp11@gmail.com" userId="S::urn:spo:guest#gui.ifsp11@gmail.com::" providerId="AD" clId="Web-{E40E4E7B-A8D7-BE2B-560C-64CD9117C599}" dt="2024-04-16T07:43:28.986" v="0" actId="20577"/>
      <pc:docMkLst>
        <pc:docMk/>
      </pc:docMkLst>
      <pc:sldChg chg="modSp">
        <pc:chgData name="gui.ifsp11@gmail.com" userId="S::urn:spo:guest#gui.ifsp11@gmail.com::" providerId="AD" clId="Web-{E40E4E7B-A8D7-BE2B-560C-64CD9117C599}" dt="2024-04-16T07:43:28.986" v="0" actId="20577"/>
        <pc:sldMkLst>
          <pc:docMk/>
          <pc:sldMk cId="77525668" sldId="392"/>
        </pc:sldMkLst>
        <pc:spChg chg="mod">
          <ac:chgData name="gui.ifsp11@gmail.com" userId="S::urn:spo:guest#gui.ifsp11@gmail.com::" providerId="AD" clId="Web-{E40E4E7B-A8D7-BE2B-560C-64CD9117C599}" dt="2024-04-16T07:43:28.986" v="0" actId="20577"/>
          <ac:spMkLst>
            <pc:docMk/>
            <pc:sldMk cId="77525668" sldId="392"/>
            <ac:spMk id="203" creationId="{00000000-0000-0000-0000-000000000000}"/>
          </ac:spMkLst>
        </pc:spChg>
      </pc:sldChg>
    </pc:docChg>
  </pc:docChgLst>
  <pc:docChgLst>
    <pc:chgData name="gui.ifsp11@gmail.com" userId="S::urn:spo:guest#gui.ifsp11@gmail.com::" providerId="AD" clId="Web-{A0776EAE-42AB-4C65-BC08-939AF109E4B0}"/>
    <pc:docChg chg="addSld delSld modSld">
      <pc:chgData name="gui.ifsp11@gmail.com" userId="S::urn:spo:guest#gui.ifsp11@gmail.com::" providerId="AD" clId="Web-{A0776EAE-42AB-4C65-BC08-939AF109E4B0}" dt="2023-07-19T04:50:09.914" v="73" actId="20577"/>
      <pc:docMkLst>
        <pc:docMk/>
      </pc:docMkLst>
      <pc:sldChg chg="del">
        <pc:chgData name="gui.ifsp11@gmail.com" userId="S::urn:spo:guest#gui.ifsp11@gmail.com::" providerId="AD" clId="Web-{A0776EAE-42AB-4C65-BC08-939AF109E4B0}" dt="2023-07-19T04:25:30.842" v="0"/>
        <pc:sldMkLst>
          <pc:docMk/>
          <pc:sldMk cId="0" sldId="256"/>
        </pc:sldMkLst>
      </pc:sldChg>
      <pc:sldChg chg="del">
        <pc:chgData name="gui.ifsp11@gmail.com" userId="S::urn:spo:guest#gui.ifsp11@gmail.com::" providerId="AD" clId="Web-{A0776EAE-42AB-4C65-BC08-939AF109E4B0}" dt="2023-07-19T04:25:33.264" v="1"/>
        <pc:sldMkLst>
          <pc:docMk/>
          <pc:sldMk cId="0" sldId="257"/>
        </pc:sldMkLst>
      </pc:sldChg>
      <pc:sldChg chg="del">
        <pc:chgData name="gui.ifsp11@gmail.com" userId="S::urn:spo:guest#gui.ifsp11@gmail.com::" providerId="AD" clId="Web-{A0776EAE-42AB-4C65-BC08-939AF109E4B0}" dt="2023-07-19T04:25:34.811" v="2"/>
        <pc:sldMkLst>
          <pc:docMk/>
          <pc:sldMk cId="0" sldId="258"/>
        </pc:sldMkLst>
      </pc:sldChg>
      <pc:sldChg chg="del">
        <pc:chgData name="gui.ifsp11@gmail.com" userId="S::urn:spo:guest#gui.ifsp11@gmail.com::" providerId="AD" clId="Web-{A0776EAE-42AB-4C65-BC08-939AF109E4B0}" dt="2023-07-19T04:25:35.014" v="3"/>
        <pc:sldMkLst>
          <pc:docMk/>
          <pc:sldMk cId="0" sldId="259"/>
        </pc:sldMkLst>
      </pc:sldChg>
      <pc:sldChg chg="modSp">
        <pc:chgData name="gui.ifsp11@gmail.com" userId="S::urn:spo:guest#gui.ifsp11@gmail.com::" providerId="AD" clId="Web-{A0776EAE-42AB-4C65-BC08-939AF109E4B0}" dt="2023-07-19T04:50:09.914" v="73" actId="20577"/>
        <pc:sldMkLst>
          <pc:docMk/>
          <pc:sldMk cId="0" sldId="260"/>
        </pc:sldMkLst>
        <pc:spChg chg="mod">
          <ac:chgData name="gui.ifsp11@gmail.com" userId="S::urn:spo:guest#gui.ifsp11@gmail.com::" providerId="AD" clId="Web-{A0776EAE-42AB-4C65-BC08-939AF109E4B0}" dt="2023-07-19T04:50:09.914" v="73" actId="20577"/>
          <ac:spMkLst>
            <pc:docMk/>
            <pc:sldMk cId="0" sldId="260"/>
            <ac:spMk id="154" creationId="{00000000-0000-0000-0000-000000000000}"/>
          </ac:spMkLst>
        </pc:spChg>
        <pc:spChg chg="mod">
          <ac:chgData name="gui.ifsp11@gmail.com" userId="S::urn:spo:guest#gui.ifsp11@gmail.com::" providerId="AD" clId="Web-{A0776EAE-42AB-4C65-BC08-939AF109E4B0}" dt="2023-07-19T04:26:23.625" v="29" actId="20577"/>
          <ac:spMkLst>
            <pc:docMk/>
            <pc:sldMk cId="0" sldId="260"/>
            <ac:spMk id="155" creationId="{00000000-0000-0000-0000-000000000000}"/>
          </ac:spMkLst>
        </pc:spChg>
      </pc:sldChg>
      <pc:sldChg chg="del">
        <pc:chgData name="gui.ifsp11@gmail.com" userId="S::urn:spo:guest#gui.ifsp11@gmail.com::" providerId="AD" clId="Web-{A0776EAE-42AB-4C65-BC08-939AF109E4B0}" dt="2023-07-19T04:25:53.640" v="11"/>
        <pc:sldMkLst>
          <pc:docMk/>
          <pc:sldMk cId="0" sldId="262"/>
        </pc:sldMkLst>
      </pc:sldChg>
      <pc:sldChg chg="del">
        <pc:chgData name="gui.ifsp11@gmail.com" userId="S::urn:spo:guest#gui.ifsp11@gmail.com::" providerId="AD" clId="Web-{A0776EAE-42AB-4C65-BC08-939AF109E4B0}" dt="2023-07-19T04:25:52.796" v="10"/>
        <pc:sldMkLst>
          <pc:docMk/>
          <pc:sldMk cId="1393734078" sldId="276"/>
        </pc:sldMkLst>
      </pc:sldChg>
      <pc:sldChg chg="del">
        <pc:chgData name="gui.ifsp11@gmail.com" userId="S::urn:spo:guest#gui.ifsp11@gmail.com::" providerId="AD" clId="Web-{A0776EAE-42AB-4C65-BC08-939AF109E4B0}" dt="2023-07-19T04:25:55.140" v="13"/>
        <pc:sldMkLst>
          <pc:docMk/>
          <pc:sldMk cId="1152829319" sldId="278"/>
        </pc:sldMkLst>
      </pc:sldChg>
      <pc:sldChg chg="del">
        <pc:chgData name="gui.ifsp11@gmail.com" userId="S::urn:spo:guest#gui.ifsp11@gmail.com::" providerId="AD" clId="Web-{A0776EAE-42AB-4C65-BC08-939AF109E4B0}" dt="2023-07-19T04:25:55.515" v="14"/>
        <pc:sldMkLst>
          <pc:docMk/>
          <pc:sldMk cId="2147046171" sldId="279"/>
        </pc:sldMkLst>
      </pc:sldChg>
      <pc:sldChg chg="add del">
        <pc:chgData name="gui.ifsp11@gmail.com" userId="S::urn:spo:guest#gui.ifsp11@gmail.com::" providerId="AD" clId="Web-{A0776EAE-42AB-4C65-BC08-939AF109E4B0}" dt="2023-07-19T04:25:40.108" v="8"/>
        <pc:sldMkLst>
          <pc:docMk/>
          <pc:sldMk cId="2843888819" sldId="280"/>
        </pc:sldMkLst>
      </pc:sldChg>
      <pc:sldChg chg="del">
        <pc:chgData name="gui.ifsp11@gmail.com" userId="S::urn:spo:guest#gui.ifsp11@gmail.com::" providerId="AD" clId="Web-{A0776EAE-42AB-4C65-BC08-939AF109E4B0}" dt="2023-07-19T04:25:57.796" v="15"/>
        <pc:sldMkLst>
          <pc:docMk/>
          <pc:sldMk cId="429695317" sldId="281"/>
        </pc:sldMkLst>
      </pc:sldChg>
      <pc:sldChg chg="del">
        <pc:chgData name="gui.ifsp11@gmail.com" userId="S::urn:spo:guest#gui.ifsp11@gmail.com::" providerId="AD" clId="Web-{A0776EAE-42AB-4C65-BC08-939AF109E4B0}" dt="2023-07-19T04:25:54.390" v="12"/>
        <pc:sldMkLst>
          <pc:docMk/>
          <pc:sldMk cId="497996144" sldId="286"/>
        </pc:sldMkLst>
      </pc:sldChg>
      <pc:sldChg chg="add del">
        <pc:chgData name="gui.ifsp11@gmail.com" userId="S::urn:spo:guest#gui.ifsp11@gmail.com::" providerId="AD" clId="Web-{A0776EAE-42AB-4C65-BC08-939AF109E4B0}" dt="2023-07-19T04:25:46.030" v="9"/>
        <pc:sldMkLst>
          <pc:docMk/>
          <pc:sldMk cId="2565282861" sldId="287"/>
        </pc:sldMkLst>
      </pc:sldChg>
    </pc:docChg>
  </pc:docChgLst>
  <pc:docChgLst>
    <pc:chgData name="Leonardo Moreira Ropelato" userId="S::leonardo.ropelato@dio.me::a289a7f8-9c5e-44ce-8a70-4fb6bc72822a" providerId="AD" clId="Web-{A85A5485-2782-15ED-ACCE-C09C5F2E0968}"/>
    <pc:docChg chg="modSld">
      <pc:chgData name="Leonardo Moreira Ropelato" userId="S::leonardo.ropelato@dio.me::a289a7f8-9c5e-44ce-8a70-4fb6bc72822a" providerId="AD" clId="Web-{A85A5485-2782-15ED-ACCE-C09C5F2E0968}" dt="2023-06-27T21:32:24.119" v="1" actId="20577"/>
      <pc:docMkLst>
        <pc:docMk/>
      </pc:docMkLst>
      <pc:sldChg chg="modSp">
        <pc:chgData name="Leonardo Moreira Ropelato" userId="S::leonardo.ropelato@dio.me::a289a7f8-9c5e-44ce-8a70-4fb6bc72822a" providerId="AD" clId="Web-{A85A5485-2782-15ED-ACCE-C09C5F2E0968}" dt="2023-06-27T21:32:24.119" v="1" actId="20577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A85A5485-2782-15ED-ACCE-C09C5F2E0968}" dt="2023-06-27T21:32:24.119" v="1" actId="20577"/>
          <ac:spMkLst>
            <pc:docMk/>
            <pc:sldMk cId="0" sldId="275"/>
            <ac:spMk id="281" creationId="{00000000-0000-0000-0000-000000000000}"/>
          </ac:spMkLst>
        </pc:spChg>
      </pc:sldChg>
    </pc:docChg>
  </pc:docChgLst>
  <pc:docChgLst>
    <pc:chgData name="Leonardo Moreira Ropelato" userId="S::leonardo.ropelato@dio.me::a289a7f8-9c5e-44ce-8a70-4fb6bc72822a" providerId="AD" clId="Web-{723D2B0D-65D2-2A9F-7F72-0633A509818F}"/>
    <pc:docChg chg="addSld modSld">
      <pc:chgData name="Leonardo Moreira Ropelato" userId="S::leonardo.ropelato@dio.me::a289a7f8-9c5e-44ce-8a70-4fb6bc72822a" providerId="AD" clId="Web-{723D2B0D-65D2-2A9F-7F72-0633A509818F}" dt="2023-04-25T20:47:31.791" v="598"/>
      <pc:docMkLst>
        <pc:docMk/>
      </pc:docMkLst>
      <pc:sldChg chg="addSp modSp modNotes">
        <pc:chgData name="Leonardo Moreira Ropelato" userId="S::leonardo.ropelato@dio.me::a289a7f8-9c5e-44ce-8a70-4fb6bc72822a" providerId="AD" clId="Web-{723D2B0D-65D2-2A9F-7F72-0633A509818F}" dt="2023-04-25T20:47:12.353" v="591"/>
        <pc:sldMkLst>
          <pc:docMk/>
          <pc:sldMk cId="0" sldId="260"/>
        </pc:sldMkLst>
        <pc:spChg chg="mod">
          <ac:chgData name="Leonardo Moreira Ropelato" userId="S::leonardo.ropelato@dio.me::a289a7f8-9c5e-44ce-8a70-4fb6bc72822a" providerId="AD" clId="Web-{723D2B0D-65D2-2A9F-7F72-0633A509818F}" dt="2023-04-25T19:17:38.407" v="29" actId="20577"/>
          <ac:spMkLst>
            <pc:docMk/>
            <pc:sldMk cId="0" sldId="260"/>
            <ac:spMk id="155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12.353" v="591"/>
          <ac:picMkLst>
            <pc:docMk/>
            <pc:sldMk cId="0" sldId="260"/>
            <ac:picMk id="4" creationId="{68E8C61F-AB44-8965-D5AE-7E5AC555BFC3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6:57.727" v="587"/>
        <pc:sldMkLst>
          <pc:docMk/>
          <pc:sldMk cId="0" sldId="261"/>
        </pc:sldMkLst>
        <pc:spChg chg="mod">
          <ac:chgData name="Leonardo Moreira Ropelato" userId="S::leonardo.ropelato@dio.me::a289a7f8-9c5e-44ce-8a70-4fb6bc72822a" providerId="AD" clId="Web-{723D2B0D-65D2-2A9F-7F72-0633A509818F}" dt="2023-04-25T19:34:39.917" v="431" actId="20577"/>
          <ac:spMkLst>
            <pc:docMk/>
            <pc:sldMk cId="0" sldId="261"/>
            <ac:spMk id="163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6:57.727" v="587"/>
          <ac:picMkLst>
            <pc:docMk/>
            <pc:sldMk cId="0" sldId="261"/>
            <ac:picMk id="4" creationId="{685A6EBE-012F-D9C3-9F5B-82229BAB1F33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6:59.680" v="588"/>
        <pc:sldMkLst>
          <pc:docMk/>
          <pc:sldMk cId="0" sldId="262"/>
        </pc:sldMkLst>
        <pc:picChg chg="add">
          <ac:chgData name="Leonardo Moreira Ropelato" userId="S::leonardo.ropelato@dio.me::a289a7f8-9c5e-44ce-8a70-4fb6bc72822a" providerId="AD" clId="Web-{723D2B0D-65D2-2A9F-7F72-0633A509818F}" dt="2023-04-25T20:46:59.680" v="588"/>
          <ac:picMkLst>
            <pc:docMk/>
            <pc:sldMk cId="0" sldId="262"/>
            <ac:picMk id="4" creationId="{60D8FC5C-29FC-7375-06EC-666F01FFEAE2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16.962" v="593"/>
        <pc:sldMkLst>
          <pc:docMk/>
          <pc:sldMk cId="0" sldId="263"/>
        </pc:sldMkLst>
        <pc:picChg chg="add">
          <ac:chgData name="Leonardo Moreira Ropelato" userId="S::leonardo.ropelato@dio.me::a289a7f8-9c5e-44ce-8a70-4fb6bc72822a" providerId="AD" clId="Web-{723D2B0D-65D2-2A9F-7F72-0633A509818F}" dt="2023-04-25T20:47:16.962" v="593"/>
          <ac:picMkLst>
            <pc:docMk/>
            <pc:sldMk cId="0" sldId="263"/>
            <ac:picMk id="4" creationId="{A819E61F-A4B0-EC55-81ED-DAEB68EBBFA6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7:19.697" v="594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723D2B0D-65D2-2A9F-7F72-0633A509818F}" dt="2023-04-25T19:28:54.611" v="339" actId="20577"/>
          <ac:spMkLst>
            <pc:docMk/>
            <pc:sldMk cId="0" sldId="264"/>
            <ac:spMk id="18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19.697" v="594"/>
          <ac:picMkLst>
            <pc:docMk/>
            <pc:sldMk cId="0" sldId="264"/>
            <ac:picMk id="4" creationId="{EC15FA64-60A7-5807-9597-6B050F95C2A4}"/>
          </ac:picMkLst>
        </pc:picChg>
      </pc:sldChg>
      <pc:sldChg chg="delSp">
        <pc:chgData name="Leonardo Moreira Ropelato" userId="S::leonardo.ropelato@dio.me::a289a7f8-9c5e-44ce-8a70-4fb6bc72822a" providerId="AD" clId="Web-{723D2B0D-65D2-2A9F-7F72-0633A509818F}" dt="2023-04-25T20:43:27.846" v="580"/>
        <pc:sldMkLst>
          <pc:docMk/>
          <pc:sldMk cId="0" sldId="265"/>
        </pc:sldMkLst>
        <pc:picChg chg="del">
          <ac:chgData name="Leonardo Moreira Ropelato" userId="S::leonardo.ropelato@dio.me::a289a7f8-9c5e-44ce-8a70-4fb6bc72822a" providerId="AD" clId="Web-{723D2B0D-65D2-2A9F-7F72-0633A509818F}" dt="2023-04-25T20:43:27.846" v="580"/>
          <ac:picMkLst>
            <pc:docMk/>
            <pc:sldMk cId="0" sldId="265"/>
            <ac:picMk id="197" creationId="{00000000-0000-0000-0000-000000000000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23.431" v="595"/>
        <pc:sldMkLst>
          <pc:docMk/>
          <pc:sldMk cId="0" sldId="266"/>
        </pc:sldMkLst>
        <pc:picChg chg="add">
          <ac:chgData name="Leonardo Moreira Ropelato" userId="S::leonardo.ropelato@dio.me::a289a7f8-9c5e-44ce-8a70-4fb6bc72822a" providerId="AD" clId="Web-{723D2B0D-65D2-2A9F-7F72-0633A509818F}" dt="2023-04-25T20:47:23.431" v="595"/>
          <ac:picMkLst>
            <pc:docMk/>
            <pc:sldMk cId="0" sldId="266"/>
            <ac:picMk id="4" creationId="{158C7183-812C-C93A-D63B-FB026C58F795}"/>
          </ac:picMkLst>
        </pc:picChg>
      </pc:sldChg>
      <pc:sldChg chg="delSp">
        <pc:chgData name="Leonardo Moreira Ropelato" userId="S::leonardo.ropelato@dio.me::a289a7f8-9c5e-44ce-8a70-4fb6bc72822a" providerId="AD" clId="Web-{723D2B0D-65D2-2A9F-7F72-0633A509818F}" dt="2023-04-25T20:43:23.470" v="579"/>
        <pc:sldMkLst>
          <pc:docMk/>
          <pc:sldMk cId="0" sldId="272"/>
        </pc:sldMkLst>
        <pc:picChg chg="del">
          <ac:chgData name="Leonardo Moreira Ropelato" userId="S::leonardo.ropelato@dio.me::a289a7f8-9c5e-44ce-8a70-4fb6bc72822a" providerId="AD" clId="Web-{723D2B0D-65D2-2A9F-7F72-0633A509818F}" dt="2023-04-25T20:43:23.470" v="579"/>
          <ac:picMkLst>
            <pc:docMk/>
            <pc:sldMk cId="0" sldId="272"/>
            <ac:picMk id="260" creationId="{00000000-0000-0000-0000-000000000000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7:29.556" v="597"/>
        <pc:sldMkLst>
          <pc:docMk/>
          <pc:sldMk cId="0" sldId="273"/>
        </pc:sldMkLst>
        <pc:spChg chg="mod">
          <ac:chgData name="Leonardo Moreira Ropelato" userId="S::leonardo.ropelato@dio.me::a289a7f8-9c5e-44ce-8a70-4fb6bc72822a" providerId="AD" clId="Web-{723D2B0D-65D2-2A9F-7F72-0633A509818F}" dt="2023-04-25T20:38:14.398" v="548" actId="20577"/>
          <ac:spMkLst>
            <pc:docMk/>
            <pc:sldMk cId="0" sldId="273"/>
            <ac:spMk id="267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29.556" v="597"/>
          <ac:picMkLst>
            <pc:docMk/>
            <pc:sldMk cId="0" sldId="273"/>
            <ac:picMk id="4" creationId="{710BEAB9-C2D1-28ED-305D-1E002D3EC2D5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7:31.791" v="598"/>
        <pc:sldMkLst>
          <pc:docMk/>
          <pc:sldMk cId="0" sldId="274"/>
        </pc:sldMkLst>
        <pc:spChg chg="mod">
          <ac:chgData name="Leonardo Moreira Ropelato" userId="S::leonardo.ropelato@dio.me::a289a7f8-9c5e-44ce-8a70-4fb6bc72822a" providerId="AD" clId="Web-{723D2B0D-65D2-2A9F-7F72-0633A509818F}" dt="2023-04-25T19:13:53.682" v="26" actId="20577"/>
          <ac:spMkLst>
            <pc:docMk/>
            <pc:sldMk cId="0" sldId="274"/>
            <ac:spMk id="27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31.791" v="598"/>
          <ac:picMkLst>
            <pc:docMk/>
            <pc:sldMk cId="0" sldId="274"/>
            <ac:picMk id="4" creationId="{F5EFE281-2BA6-C7B7-F2C6-F213A6AC276A}"/>
          </ac:picMkLst>
        </pc:picChg>
      </pc:sldChg>
      <pc:sldChg chg="addSp delSp modSp">
        <pc:chgData name="Leonardo Moreira Ropelato" userId="S::leonardo.ropelato@dio.me::a289a7f8-9c5e-44ce-8a70-4fb6bc72822a" providerId="AD" clId="Web-{723D2B0D-65D2-2A9F-7F72-0633A509818F}" dt="2023-04-25T20:43:15.814" v="578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723D2B0D-65D2-2A9F-7F72-0633A509818F}" dt="2023-04-25T20:43:03.798" v="577" actId="20577"/>
          <ac:spMkLst>
            <pc:docMk/>
            <pc:sldMk cId="0" sldId="275"/>
            <ac:spMk id="281" creationId="{00000000-0000-0000-0000-000000000000}"/>
          </ac:spMkLst>
        </pc:spChg>
        <pc:picChg chg="add del mod">
          <ac:chgData name="Leonardo Moreira Ropelato" userId="S::leonardo.ropelato@dio.me::a289a7f8-9c5e-44ce-8a70-4fb6bc72822a" providerId="AD" clId="Web-{723D2B0D-65D2-2A9F-7F72-0633A509818F}" dt="2023-04-25T20:39:35.291" v="552"/>
          <ac:picMkLst>
            <pc:docMk/>
            <pc:sldMk cId="0" sldId="275"/>
            <ac:picMk id="2" creationId="{A95B8D0D-4CB5-C367-9FA9-CF79A7C77692}"/>
          </ac:picMkLst>
        </pc:picChg>
        <pc:picChg chg="del">
          <ac:chgData name="Leonardo Moreira Ropelato" userId="S::leonardo.ropelato@dio.me::a289a7f8-9c5e-44ce-8a70-4fb6bc72822a" providerId="AD" clId="Web-{723D2B0D-65D2-2A9F-7F72-0633A509818F}" dt="2023-04-25T20:39:24.447" v="549"/>
          <ac:picMkLst>
            <pc:docMk/>
            <pc:sldMk cId="0" sldId="275"/>
            <ac:picMk id="283" creationId="{00000000-0000-0000-0000-000000000000}"/>
          </ac:picMkLst>
        </pc:picChg>
        <pc:picChg chg="del">
          <ac:chgData name="Leonardo Moreira Ropelato" userId="S::leonardo.ropelato@dio.me::a289a7f8-9c5e-44ce-8a70-4fb6bc72822a" providerId="AD" clId="Web-{723D2B0D-65D2-2A9F-7F72-0633A509818F}" dt="2023-04-25T20:43:15.814" v="578"/>
          <ac:picMkLst>
            <pc:docMk/>
            <pc:sldMk cId="0" sldId="275"/>
            <ac:picMk id="284" creationId="{00000000-0000-0000-0000-000000000000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6:50.914" v="586" actId="1076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723D2B0D-65D2-2A9F-7F72-0633A509818F}" dt="2023-04-25T20:46:30.367" v="583" actId="1076"/>
          <ac:spMkLst>
            <pc:docMk/>
            <pc:sldMk cId="1393734078" sldId="276"/>
            <ac:spMk id="155" creationId="{00000000-0000-0000-0000-000000000000}"/>
          </ac:spMkLst>
        </pc:spChg>
        <pc:picChg chg="add mod">
          <ac:chgData name="Leonardo Moreira Ropelato" userId="S::leonardo.ropelato@dio.me::a289a7f8-9c5e-44ce-8a70-4fb6bc72822a" providerId="AD" clId="Web-{723D2B0D-65D2-2A9F-7F72-0633A509818F}" dt="2023-04-25T20:46:50.914" v="586" actId="1076"/>
          <ac:picMkLst>
            <pc:docMk/>
            <pc:sldMk cId="1393734078" sldId="276"/>
            <ac:picMk id="2" creationId="{7267946B-816C-7DBD-856A-A6DFF888B904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14.509" v="592"/>
        <pc:sldMkLst>
          <pc:docMk/>
          <pc:sldMk cId="2315204132" sldId="277"/>
        </pc:sldMkLst>
        <pc:picChg chg="add">
          <ac:chgData name="Leonardo Moreira Ropelato" userId="S::leonardo.ropelato@dio.me::a289a7f8-9c5e-44ce-8a70-4fb6bc72822a" providerId="AD" clId="Web-{723D2B0D-65D2-2A9F-7F72-0633A509818F}" dt="2023-04-25T20:47:14.509" v="592"/>
          <ac:picMkLst>
            <pc:docMk/>
            <pc:sldMk cId="2315204132" sldId="277"/>
            <ac:picMk id="4" creationId="{714E6DD0-995C-4CD4-5FC9-46737CF79F3D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7:02.055" v="589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723D2B0D-65D2-2A9F-7F72-0633A509818F}" dt="2023-04-25T19:35:45.606" v="453" actId="20577"/>
          <ac:spMkLst>
            <pc:docMk/>
            <pc:sldMk cId="1152829319" sldId="278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723D2B0D-65D2-2A9F-7F72-0633A509818F}" dt="2023-04-25T19:35:34.668" v="445" actId="20577"/>
          <ac:spMkLst>
            <pc:docMk/>
            <pc:sldMk cId="1152829319" sldId="278"/>
            <ac:spMk id="169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02.055" v="589"/>
          <ac:picMkLst>
            <pc:docMk/>
            <pc:sldMk cId="1152829319" sldId="278"/>
            <ac:picMk id="4" creationId="{4BA795C7-6473-DA8F-A3EF-131846EA2ABE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04.196" v="590"/>
        <pc:sldMkLst>
          <pc:docMk/>
          <pc:sldMk cId="2147046171" sldId="279"/>
        </pc:sldMkLst>
        <pc:picChg chg="add">
          <ac:chgData name="Leonardo Moreira Ropelato" userId="S::leonardo.ropelato@dio.me::a289a7f8-9c5e-44ce-8a70-4fb6bc72822a" providerId="AD" clId="Web-{723D2B0D-65D2-2A9F-7F72-0633A509818F}" dt="2023-04-25T20:47:04.196" v="590"/>
          <ac:picMkLst>
            <pc:docMk/>
            <pc:sldMk cId="2147046171" sldId="279"/>
            <ac:picMk id="4" creationId="{95D12801-5CB0-E380-626E-C8BCC51A0434}"/>
          </ac:picMkLst>
        </pc:picChg>
      </pc:sldChg>
      <pc:sldChg chg="modSp add replId">
        <pc:chgData name="Leonardo Moreira Ropelato" userId="S::leonardo.ropelato@dio.me::a289a7f8-9c5e-44ce-8a70-4fb6bc72822a" providerId="AD" clId="Web-{723D2B0D-65D2-2A9F-7F72-0633A509818F}" dt="2023-04-25T19:13:16.041" v="22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723D2B0D-65D2-2A9F-7F72-0633A509818F}" dt="2023-04-25T19:13:16.041" v="22" actId="20577"/>
          <ac:spMkLst>
            <pc:docMk/>
            <pc:sldMk cId="429695317" sldId="281"/>
            <ac:spMk id="3" creationId="{91C49401-92B4-449D-E1BF-F5B8171C9E8F}"/>
          </ac:spMkLst>
        </pc:spChg>
      </pc:sldChg>
      <pc:sldChg chg="modSp add replId">
        <pc:chgData name="Leonardo Moreira Ropelato" userId="S::leonardo.ropelato@dio.me::a289a7f8-9c5e-44ce-8a70-4fb6bc72822a" providerId="AD" clId="Web-{723D2B0D-65D2-2A9F-7F72-0633A509818F}" dt="2023-04-25T19:26:43.842" v="301" actId="20577"/>
        <pc:sldMkLst>
          <pc:docMk/>
          <pc:sldMk cId="3927404471" sldId="282"/>
        </pc:sldMkLst>
        <pc:spChg chg="mod">
          <ac:chgData name="Leonardo Moreira Ropelato" userId="S::leonardo.ropelato@dio.me::a289a7f8-9c5e-44ce-8a70-4fb6bc72822a" providerId="AD" clId="Web-{723D2B0D-65D2-2A9F-7F72-0633A509818F}" dt="2023-04-25T19:26:43.842" v="301" actId="20577"/>
          <ac:spMkLst>
            <pc:docMk/>
            <pc:sldMk cId="3927404471" sldId="282"/>
            <ac:spMk id="3" creationId="{91C49401-92B4-449D-E1BF-F5B8171C9E8F}"/>
          </ac:spMkLst>
        </pc:spChg>
      </pc:sldChg>
      <pc:sldChg chg="addSp delSp modSp add mod replId setBg">
        <pc:chgData name="Leonardo Moreira Ropelato" userId="S::leonardo.ropelato@dio.me::a289a7f8-9c5e-44ce-8a70-4fb6bc72822a" providerId="AD" clId="Web-{723D2B0D-65D2-2A9F-7F72-0633A509818F}" dt="2023-04-25T20:28:24.802" v="474" actId="20577"/>
        <pc:sldMkLst>
          <pc:docMk/>
          <pc:sldMk cId="3346671071" sldId="283"/>
        </pc:sldMkLst>
        <pc:spChg chg="mod ord">
          <ac:chgData name="Leonardo Moreira Ropelato" userId="S::leonardo.ropelato@dio.me::a289a7f8-9c5e-44ce-8a70-4fb6bc72822a" providerId="AD" clId="Web-{723D2B0D-65D2-2A9F-7F72-0633A509818F}" dt="2023-04-25T19:27:56.782" v="309"/>
          <ac:spMkLst>
            <pc:docMk/>
            <pc:sldMk cId="3346671071" sldId="283"/>
            <ac:spMk id="2" creationId="{45A64509-56DE-8DDF-1B77-BCE57E8A3129}"/>
          </ac:spMkLst>
        </pc:spChg>
        <pc:spChg chg="del">
          <ac:chgData name="Leonardo Moreira Ropelato" userId="S::leonardo.ropelato@dio.me::a289a7f8-9c5e-44ce-8a70-4fb6bc72822a" providerId="AD" clId="Web-{723D2B0D-65D2-2A9F-7F72-0633A509818F}" dt="2023-04-25T19:26:49.124" v="303"/>
          <ac:spMkLst>
            <pc:docMk/>
            <pc:sldMk cId="3346671071" sldId="283"/>
            <ac:spMk id="3" creationId="{91C49401-92B4-449D-E1BF-F5B8171C9E8F}"/>
          </ac:spMkLst>
        </pc:spChg>
        <pc:spChg chg="add mod">
          <ac:chgData name="Leonardo Moreira Ropelato" userId="S::leonardo.ropelato@dio.me::a289a7f8-9c5e-44ce-8a70-4fb6bc72822a" providerId="AD" clId="Web-{723D2B0D-65D2-2A9F-7F72-0633A509818F}" dt="2023-04-25T20:28:24.802" v="474" actId="20577"/>
          <ac:spMkLst>
            <pc:docMk/>
            <pc:sldMk cId="3346671071" sldId="283"/>
            <ac:spMk id="6" creationId="{8D1E1E5D-ECE4-D71F-D3F5-0335862CE9C0}"/>
          </ac:spMkLst>
        </pc:spChg>
        <pc:picChg chg="add del mod">
          <ac:chgData name="Leonardo Moreira Ropelato" userId="S::leonardo.ropelato@dio.me::a289a7f8-9c5e-44ce-8a70-4fb6bc72822a" providerId="AD" clId="Web-{723D2B0D-65D2-2A9F-7F72-0633A509818F}" dt="2023-04-25T19:27:51.688" v="307"/>
          <ac:picMkLst>
            <pc:docMk/>
            <pc:sldMk cId="3346671071" sldId="283"/>
            <ac:picMk id="4" creationId="{38D1FBAF-82C3-F845-FBF1-FD0A134F4B10}"/>
          </ac:picMkLst>
        </pc:picChg>
        <pc:picChg chg="add mod">
          <ac:chgData name="Leonardo Moreira Ropelato" userId="S::leonardo.ropelato@dio.me::a289a7f8-9c5e-44ce-8a70-4fb6bc72822a" providerId="AD" clId="Web-{723D2B0D-65D2-2A9F-7F72-0633A509818F}" dt="2023-04-25T19:29:27.753" v="386" actId="1076"/>
          <ac:picMkLst>
            <pc:docMk/>
            <pc:sldMk cId="3346671071" sldId="283"/>
            <ac:picMk id="5" creationId="{5BE65E56-AF19-C7D2-A5A6-C2C7B9FAF777}"/>
          </ac:picMkLst>
        </pc:picChg>
      </pc:sldChg>
      <pc:sldChg chg="addSp modSp add replId">
        <pc:chgData name="Leonardo Moreira Ropelato" userId="S::leonardo.ropelato@dio.me::a289a7f8-9c5e-44ce-8a70-4fb6bc72822a" providerId="AD" clId="Web-{723D2B0D-65D2-2A9F-7F72-0633A509818F}" dt="2023-04-25T20:33:51.281" v="490" actId="20577"/>
        <pc:sldMkLst>
          <pc:docMk/>
          <pc:sldMk cId="779981983" sldId="284"/>
        </pc:sldMkLst>
        <pc:spChg chg="add mod">
          <ac:chgData name="Leonardo Moreira Ropelato" userId="S::leonardo.ropelato@dio.me::a289a7f8-9c5e-44ce-8a70-4fb6bc72822a" providerId="AD" clId="Web-{723D2B0D-65D2-2A9F-7F72-0633A509818F}" dt="2023-04-25T20:33:51.281" v="490" actId="20577"/>
          <ac:spMkLst>
            <pc:docMk/>
            <pc:sldMk cId="779981983" sldId="284"/>
            <ac:spMk id="5" creationId="{4F2A182F-AE9C-1476-0227-B66F6EDA1322}"/>
          </ac:spMkLst>
        </pc:spChg>
        <pc:picChg chg="mod">
          <ac:chgData name="Leonardo Moreira Ropelato" userId="S::leonardo.ropelato@dio.me::a289a7f8-9c5e-44ce-8a70-4fb6bc72822a" providerId="AD" clId="Web-{723D2B0D-65D2-2A9F-7F72-0633A509818F}" dt="2023-04-25T19:29:49.988" v="391" actId="1076"/>
          <ac:picMkLst>
            <pc:docMk/>
            <pc:sldMk cId="779981983" sldId="284"/>
            <ac:picMk id="4" creationId="{38D1FBAF-82C3-F845-FBF1-FD0A134F4B10}"/>
          </ac:picMkLst>
        </pc:picChg>
      </pc:sldChg>
      <pc:sldChg chg="addSp delSp modSp add replId">
        <pc:chgData name="Leonardo Moreira Ropelato" userId="S::leonardo.ropelato@dio.me::a289a7f8-9c5e-44ce-8a70-4fb6bc72822a" providerId="AD" clId="Web-{723D2B0D-65D2-2A9F-7F72-0633A509818F}" dt="2023-04-25T20:47:24.962" v="596"/>
        <pc:sldMkLst>
          <pc:docMk/>
          <pc:sldMk cId="1541066508" sldId="285"/>
        </pc:sldMkLst>
        <pc:spChg chg="add mod">
          <ac:chgData name="Leonardo Moreira Ropelato" userId="S::leonardo.ropelato@dio.me::a289a7f8-9c5e-44ce-8a70-4fb6bc72822a" providerId="AD" clId="Web-{723D2B0D-65D2-2A9F-7F72-0633A509818F}" dt="2023-04-25T20:37:46.835" v="540" actId="14100"/>
          <ac:spMkLst>
            <pc:docMk/>
            <pc:sldMk cId="1541066508" sldId="285"/>
            <ac:spMk id="2" creationId="{63A84542-D761-51B2-FFDB-AEB02D45A80A}"/>
          </ac:spMkLst>
        </pc:spChg>
        <pc:spChg chg="add">
          <ac:chgData name="Leonardo Moreira Ropelato" userId="S::leonardo.ropelato@dio.me::a289a7f8-9c5e-44ce-8a70-4fb6bc72822a" providerId="AD" clId="Web-{723D2B0D-65D2-2A9F-7F72-0633A509818F}" dt="2023-04-25T20:37:38.913" v="539"/>
          <ac:spMkLst>
            <pc:docMk/>
            <pc:sldMk cId="1541066508" sldId="285"/>
            <ac:spMk id="5" creationId="{089027DC-2C17-5AF5-FCA5-4FEC7DA0CBF9}"/>
          </ac:spMkLst>
        </pc:spChg>
        <pc:spChg chg="del">
          <ac:chgData name="Leonardo Moreira Ropelato" userId="S::leonardo.ropelato@dio.me::a289a7f8-9c5e-44ce-8a70-4fb6bc72822a" providerId="AD" clId="Web-{723D2B0D-65D2-2A9F-7F72-0633A509818F}" dt="2023-04-25T20:36:13.910" v="500"/>
          <ac:spMkLst>
            <pc:docMk/>
            <pc:sldMk cId="1541066508" sldId="285"/>
            <ac:spMk id="203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723D2B0D-65D2-2A9F-7F72-0633A509818F}" dt="2023-04-25T20:35:59.957" v="497" actId="20577"/>
          <ac:spMkLst>
            <pc:docMk/>
            <pc:sldMk cId="1541066508" sldId="285"/>
            <ac:spMk id="20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24.962" v="596"/>
          <ac:picMkLst>
            <pc:docMk/>
            <pc:sldMk cId="1541066508" sldId="285"/>
            <ac:picMk id="7" creationId="{2B54E4F2-1F60-5A5E-BB3B-9D32A9B01EF9}"/>
          </ac:picMkLst>
        </pc:picChg>
      </pc:sldChg>
    </pc:docChg>
  </pc:docChgLst>
  <pc:docChgLst>
    <pc:chgData name="Venilton Falvo" userId="S::venilton@dio.me::6ad2b4e6-7ce3-4c47-9adb-8f3a2355716d" providerId="AD" clId="Web-{59FC8BF6-E761-4394-81BE-DA2CF32DA88D}"/>
    <pc:docChg chg="modSld">
      <pc:chgData name="Venilton Falvo" userId="S::venilton@dio.me::6ad2b4e6-7ce3-4c47-9adb-8f3a2355716d" providerId="AD" clId="Web-{59FC8BF6-E761-4394-81BE-DA2CF32DA88D}" dt="2023-06-06T15:15:58.654" v="4" actId="20577"/>
      <pc:docMkLst>
        <pc:docMk/>
      </pc:docMkLst>
      <pc:sldChg chg="modSp">
        <pc:chgData name="Venilton Falvo" userId="S::venilton@dio.me::6ad2b4e6-7ce3-4c47-9adb-8f3a2355716d" providerId="AD" clId="Web-{59FC8BF6-E761-4394-81BE-DA2CF32DA88D}" dt="2023-06-06T15:14:38.512" v="3" actId="20577"/>
        <pc:sldMkLst>
          <pc:docMk/>
          <pc:sldMk cId="0" sldId="257"/>
        </pc:sldMkLst>
        <pc:spChg chg="mod">
          <ac:chgData name="Venilton Falvo" userId="S::venilton@dio.me::6ad2b4e6-7ce3-4c47-9adb-8f3a2355716d" providerId="AD" clId="Web-{59FC8BF6-E761-4394-81BE-DA2CF32DA88D}" dt="2023-06-06T15:14:38.512" v="3" actId="20577"/>
          <ac:spMkLst>
            <pc:docMk/>
            <pc:sldMk cId="0" sldId="257"/>
            <ac:spMk id="66" creationId="{00000000-0000-0000-0000-000000000000}"/>
          </ac:spMkLst>
        </pc:spChg>
      </pc:sldChg>
      <pc:sldChg chg="modSp">
        <pc:chgData name="Venilton Falvo" userId="S::venilton@dio.me::6ad2b4e6-7ce3-4c47-9adb-8f3a2355716d" providerId="AD" clId="Web-{59FC8BF6-E761-4394-81BE-DA2CF32DA88D}" dt="2023-06-06T15:15:58.654" v="4" actId="20577"/>
        <pc:sldMkLst>
          <pc:docMk/>
          <pc:sldMk cId="0" sldId="274"/>
        </pc:sldMkLst>
        <pc:spChg chg="mod">
          <ac:chgData name="Venilton Falvo" userId="S::venilton@dio.me::6ad2b4e6-7ce3-4c47-9adb-8f3a2355716d" providerId="AD" clId="Web-{59FC8BF6-E761-4394-81BE-DA2CF32DA88D}" dt="2023-06-06T15:15:58.654" v="4" actId="20577"/>
          <ac:spMkLst>
            <pc:docMk/>
            <pc:sldMk cId="0" sldId="274"/>
            <ac:spMk id="274" creationId="{00000000-0000-0000-0000-000000000000}"/>
          </ac:spMkLst>
        </pc:spChg>
      </pc:sldChg>
    </pc:docChg>
  </pc:docChgLst>
  <pc:docChgLst>
    <pc:chgData name="gui.ifsp11@gmail.com" userId="S::urn:spo:guest#gui.ifsp11@gmail.com::" providerId="AD" clId="Web-{AB50D6CC-C81B-BEC7-707C-7CFF86DFCE42}"/>
    <pc:docChg chg="addSld modSld">
      <pc:chgData name="gui.ifsp11@gmail.com" userId="S::urn:spo:guest#gui.ifsp11@gmail.com::" providerId="AD" clId="Web-{AB50D6CC-C81B-BEC7-707C-7CFF86DFCE42}" dt="2023-12-10T18:09:03.778" v="100" actId="20577"/>
      <pc:docMkLst>
        <pc:docMk/>
      </pc:docMkLst>
      <pc:sldChg chg="modSp add replId">
        <pc:chgData name="gui.ifsp11@gmail.com" userId="S::urn:spo:guest#gui.ifsp11@gmail.com::" providerId="AD" clId="Web-{AB50D6CC-C81B-BEC7-707C-7CFF86DFCE42}" dt="2023-12-10T17:54:39.116" v="11" actId="20577"/>
        <pc:sldMkLst>
          <pc:docMk/>
          <pc:sldMk cId="2561129990" sldId="393"/>
        </pc:sldMkLst>
        <pc:spChg chg="mod">
          <ac:chgData name="gui.ifsp11@gmail.com" userId="S::urn:spo:guest#gui.ifsp11@gmail.com::" providerId="AD" clId="Web-{AB50D6CC-C81B-BEC7-707C-7CFF86DFCE42}" dt="2023-12-10T17:54:39.116" v="11" actId="20577"/>
          <ac:spMkLst>
            <pc:docMk/>
            <pc:sldMk cId="2561129990" sldId="393"/>
            <ac:spMk id="196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AB50D6CC-C81B-BEC7-707C-7CFF86DFCE42}" dt="2023-12-10T18:04:40.989" v="47" actId="20577"/>
        <pc:sldMkLst>
          <pc:docMk/>
          <pc:sldMk cId="2177289376" sldId="394"/>
        </pc:sldMkLst>
        <pc:spChg chg="mod">
          <ac:chgData name="gui.ifsp11@gmail.com" userId="S::urn:spo:guest#gui.ifsp11@gmail.com::" providerId="AD" clId="Web-{AB50D6CC-C81B-BEC7-707C-7CFF86DFCE42}" dt="2023-12-10T18:04:40.989" v="47" actId="20577"/>
          <ac:spMkLst>
            <pc:docMk/>
            <pc:sldMk cId="2177289376" sldId="394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AB50D6CC-C81B-BEC7-707C-7CFF86DFCE42}" dt="2023-12-10T18:03:30.738" v="33" actId="20577"/>
          <ac:spMkLst>
            <pc:docMk/>
            <pc:sldMk cId="2177289376" sldId="394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AB50D6CC-C81B-BEC7-707C-7CFF86DFCE42}" dt="2023-12-10T18:05:18.412" v="54" actId="20577"/>
        <pc:sldMkLst>
          <pc:docMk/>
          <pc:sldMk cId="941612875" sldId="395"/>
        </pc:sldMkLst>
        <pc:spChg chg="mod">
          <ac:chgData name="gui.ifsp11@gmail.com" userId="S::urn:spo:guest#gui.ifsp11@gmail.com::" providerId="AD" clId="Web-{AB50D6CC-C81B-BEC7-707C-7CFF86DFCE42}" dt="2023-12-10T18:05:18.412" v="54" actId="20577"/>
          <ac:spMkLst>
            <pc:docMk/>
            <pc:sldMk cId="941612875" sldId="395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AB50D6CC-C81B-BEC7-707C-7CFF86DFCE42}" dt="2023-12-10T18:05:03.240" v="51" actId="20577"/>
          <ac:spMkLst>
            <pc:docMk/>
            <pc:sldMk cId="941612875" sldId="395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AB50D6CC-C81B-BEC7-707C-7CFF86DFCE42}" dt="2023-12-10T18:06:01.586" v="62" actId="20577"/>
        <pc:sldMkLst>
          <pc:docMk/>
          <pc:sldMk cId="4042399690" sldId="396"/>
        </pc:sldMkLst>
        <pc:spChg chg="mod">
          <ac:chgData name="gui.ifsp11@gmail.com" userId="S::urn:spo:guest#gui.ifsp11@gmail.com::" providerId="AD" clId="Web-{AB50D6CC-C81B-BEC7-707C-7CFF86DFCE42}" dt="2023-12-10T18:06:01.586" v="62" actId="20577"/>
          <ac:spMkLst>
            <pc:docMk/>
            <pc:sldMk cId="4042399690" sldId="396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AB50D6CC-C81B-BEC7-707C-7CFF86DFCE42}" dt="2023-12-10T18:05:42.647" v="59" actId="20577"/>
          <ac:spMkLst>
            <pc:docMk/>
            <pc:sldMk cId="4042399690" sldId="396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AB50D6CC-C81B-BEC7-707C-7CFF86DFCE42}" dt="2023-12-10T18:06:56.056" v="68" actId="20577"/>
        <pc:sldMkLst>
          <pc:docMk/>
          <pc:sldMk cId="2654421244" sldId="397"/>
        </pc:sldMkLst>
        <pc:spChg chg="mod">
          <ac:chgData name="gui.ifsp11@gmail.com" userId="S::urn:spo:guest#gui.ifsp11@gmail.com::" providerId="AD" clId="Web-{AB50D6CC-C81B-BEC7-707C-7CFF86DFCE42}" dt="2023-12-10T18:06:56.056" v="68" actId="20577"/>
          <ac:spMkLst>
            <pc:docMk/>
            <pc:sldMk cId="2654421244" sldId="397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AB50D6CC-C81B-BEC7-707C-7CFF86DFCE42}" dt="2023-12-10T18:06:22.633" v="65" actId="20577"/>
          <ac:spMkLst>
            <pc:docMk/>
            <pc:sldMk cId="2654421244" sldId="397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AB50D6CC-C81B-BEC7-707C-7CFF86DFCE42}" dt="2023-12-10T18:09:03.778" v="100" actId="20577"/>
        <pc:sldMkLst>
          <pc:docMk/>
          <pc:sldMk cId="2591740765" sldId="398"/>
        </pc:sldMkLst>
        <pc:spChg chg="mod">
          <ac:chgData name="gui.ifsp11@gmail.com" userId="S::urn:spo:guest#gui.ifsp11@gmail.com::" providerId="AD" clId="Web-{AB50D6CC-C81B-BEC7-707C-7CFF86DFCE42}" dt="2023-12-10T18:09:03.778" v="100" actId="20577"/>
          <ac:spMkLst>
            <pc:docMk/>
            <pc:sldMk cId="2591740765" sldId="398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AB50D6CC-C81B-BEC7-707C-7CFF86DFCE42}" dt="2023-12-10T18:07:14.244" v="72" actId="20577"/>
          <ac:spMkLst>
            <pc:docMk/>
            <pc:sldMk cId="2591740765" sldId="398"/>
            <ac:spMk id="204" creationId="{00000000-0000-0000-0000-000000000000}"/>
          </ac:spMkLst>
        </pc:spChg>
      </pc:sldChg>
    </pc:docChg>
  </pc:docChgLst>
  <pc:docChgLst>
    <pc:chgData name="gui.ifsp11@gmail.com" userId="S::urn:spo:guest#gui.ifsp11@gmail.com::" providerId="AD" clId="Web-{FCD01219-688B-AFD1-70F8-B45B0DB62BEC}"/>
    <pc:docChg chg="addSld delSld modSld sldOrd">
      <pc:chgData name="gui.ifsp11@gmail.com" userId="S::urn:spo:guest#gui.ifsp11@gmail.com::" providerId="AD" clId="Web-{FCD01219-688B-AFD1-70F8-B45B0DB62BEC}" dt="2023-07-19T06:56:25.172" v="2909" actId="20577"/>
      <pc:docMkLst>
        <pc:docMk/>
      </pc:docMkLst>
      <pc:sldChg chg="modSp">
        <pc:chgData name="gui.ifsp11@gmail.com" userId="S::urn:spo:guest#gui.ifsp11@gmail.com::" providerId="AD" clId="Web-{FCD01219-688B-AFD1-70F8-B45B0DB62BEC}" dt="2023-07-19T05:07:33.312" v="427" actId="20577"/>
        <pc:sldMkLst>
          <pc:docMk/>
          <pc:sldMk cId="0" sldId="260"/>
        </pc:sldMkLst>
        <pc:spChg chg="mod">
          <ac:chgData name="gui.ifsp11@gmail.com" userId="S::urn:spo:guest#gui.ifsp11@gmail.com::" providerId="AD" clId="Web-{FCD01219-688B-AFD1-70F8-B45B0DB62BEC}" dt="2023-07-19T05:07:33.312" v="427" actId="20577"/>
          <ac:spMkLst>
            <pc:docMk/>
            <pc:sldMk cId="0" sldId="260"/>
            <ac:spMk id="155" creationId="{00000000-0000-0000-0000-000000000000}"/>
          </ac:spMkLst>
        </pc:spChg>
      </pc:sldChg>
      <pc:sldChg chg="modSp">
        <pc:chgData name="gui.ifsp11@gmail.com" userId="S::urn:spo:guest#gui.ifsp11@gmail.com::" providerId="AD" clId="Web-{FCD01219-688B-AFD1-70F8-B45B0DB62BEC}" dt="2023-07-19T04:54:34.356" v="78" actId="20577"/>
        <pc:sldMkLst>
          <pc:docMk/>
          <pc:sldMk cId="0" sldId="263"/>
        </pc:sldMkLst>
        <pc:spChg chg="mod">
          <ac:chgData name="gui.ifsp11@gmail.com" userId="S::urn:spo:guest#gui.ifsp11@gmail.com::" providerId="AD" clId="Web-{FCD01219-688B-AFD1-70F8-B45B0DB62BEC}" dt="2023-07-19T04:54:34.356" v="78" actId="20577"/>
          <ac:spMkLst>
            <pc:docMk/>
            <pc:sldMk cId="0" sldId="263"/>
            <ac:spMk id="175" creationId="{00000000-0000-0000-0000-000000000000}"/>
          </ac:spMkLst>
        </pc:spChg>
      </pc:sldChg>
      <pc:sldChg chg="modSp">
        <pc:chgData name="gui.ifsp11@gmail.com" userId="S::urn:spo:guest#gui.ifsp11@gmail.com::" providerId="AD" clId="Web-{FCD01219-688B-AFD1-70F8-B45B0DB62BEC}" dt="2023-07-19T05:07:06.858" v="404" actId="20577"/>
        <pc:sldMkLst>
          <pc:docMk/>
          <pc:sldMk cId="0" sldId="264"/>
        </pc:sldMkLst>
        <pc:spChg chg="mod">
          <ac:chgData name="gui.ifsp11@gmail.com" userId="S::urn:spo:guest#gui.ifsp11@gmail.com::" providerId="AD" clId="Web-{FCD01219-688B-AFD1-70F8-B45B0DB62BEC}" dt="2023-07-19T05:07:06.858" v="404" actId="20577"/>
          <ac:spMkLst>
            <pc:docMk/>
            <pc:sldMk cId="0" sldId="264"/>
            <ac:spMk id="184" creationId="{00000000-0000-0000-0000-000000000000}"/>
          </ac:spMkLst>
        </pc:spChg>
      </pc:sldChg>
      <pc:sldChg chg="modSp">
        <pc:chgData name="gui.ifsp11@gmail.com" userId="S::urn:spo:guest#gui.ifsp11@gmail.com::" providerId="AD" clId="Web-{FCD01219-688B-AFD1-70F8-B45B0DB62BEC}" dt="2023-07-19T05:07:18.655" v="422" actId="20577"/>
        <pc:sldMkLst>
          <pc:docMk/>
          <pc:sldMk cId="0" sldId="265"/>
        </pc:sldMkLst>
        <pc:spChg chg="mod">
          <ac:chgData name="gui.ifsp11@gmail.com" userId="S::urn:spo:guest#gui.ifsp11@gmail.com::" providerId="AD" clId="Web-{FCD01219-688B-AFD1-70F8-B45B0DB62BEC}" dt="2023-07-19T05:01:53.175" v="235" actId="20577"/>
          <ac:spMkLst>
            <pc:docMk/>
            <pc:sldMk cId="0" sldId="265"/>
            <ac:spMk id="194" creationId="{00000000-0000-0000-0000-000000000000}"/>
          </ac:spMkLst>
        </pc:spChg>
        <pc:spChg chg="mod">
          <ac:chgData name="gui.ifsp11@gmail.com" userId="S::urn:spo:guest#gui.ifsp11@gmail.com::" providerId="AD" clId="Web-{FCD01219-688B-AFD1-70F8-B45B0DB62BEC}" dt="2023-07-19T05:07:18.655" v="422" actId="20577"/>
          <ac:spMkLst>
            <pc:docMk/>
            <pc:sldMk cId="0" sldId="265"/>
            <ac:spMk id="196" creationId="{00000000-0000-0000-0000-000000000000}"/>
          </ac:spMkLst>
        </pc:spChg>
      </pc:sldChg>
      <pc:sldChg chg="modSp">
        <pc:chgData name="gui.ifsp11@gmail.com" userId="S::urn:spo:guest#gui.ifsp11@gmail.com::" providerId="AD" clId="Web-{FCD01219-688B-AFD1-70F8-B45B0DB62BEC}" dt="2023-07-19T05:04:24.134" v="331" actId="20577"/>
        <pc:sldMkLst>
          <pc:docMk/>
          <pc:sldMk cId="0" sldId="266"/>
        </pc:sldMkLst>
        <pc:spChg chg="mod">
          <ac:chgData name="gui.ifsp11@gmail.com" userId="S::urn:spo:guest#gui.ifsp11@gmail.com::" providerId="AD" clId="Web-{FCD01219-688B-AFD1-70F8-B45B0DB62BEC}" dt="2023-07-19T05:04:24.134" v="331" actId="20577"/>
          <ac:spMkLst>
            <pc:docMk/>
            <pc:sldMk cId="0" sldId="266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FCD01219-688B-AFD1-70F8-B45B0DB62BEC}" dt="2023-07-19T05:03:10.303" v="256" actId="20577"/>
          <ac:spMkLst>
            <pc:docMk/>
            <pc:sldMk cId="0" sldId="266"/>
            <ac:spMk id="204" creationId="{00000000-0000-0000-0000-000000000000}"/>
          </ac:spMkLst>
        </pc:spChg>
      </pc:sldChg>
      <pc:sldChg chg="del">
        <pc:chgData name="gui.ifsp11@gmail.com" userId="S::urn:spo:guest#gui.ifsp11@gmail.com::" providerId="AD" clId="Web-{FCD01219-688B-AFD1-70F8-B45B0DB62BEC}" dt="2023-07-19T05:00:57.142" v="216"/>
        <pc:sldMkLst>
          <pc:docMk/>
          <pc:sldMk cId="0" sldId="272"/>
        </pc:sldMkLst>
      </pc:sldChg>
      <pc:sldChg chg="del">
        <pc:chgData name="gui.ifsp11@gmail.com" userId="S::urn:spo:guest#gui.ifsp11@gmail.com::" providerId="AD" clId="Web-{FCD01219-688B-AFD1-70F8-B45B0DB62BEC}" dt="2023-07-19T05:00:48.376" v="215"/>
        <pc:sldMkLst>
          <pc:docMk/>
          <pc:sldMk cId="0" sldId="273"/>
        </pc:sldMkLst>
      </pc:sldChg>
      <pc:sldChg chg="del">
        <pc:chgData name="gui.ifsp11@gmail.com" userId="S::urn:spo:guest#gui.ifsp11@gmail.com::" providerId="AD" clId="Web-{FCD01219-688B-AFD1-70F8-B45B0DB62BEC}" dt="2023-07-19T05:00:39.423" v="214"/>
        <pc:sldMkLst>
          <pc:docMk/>
          <pc:sldMk cId="0" sldId="274"/>
        </pc:sldMkLst>
      </pc:sldChg>
      <pc:sldChg chg="modSp">
        <pc:chgData name="gui.ifsp11@gmail.com" userId="S::urn:spo:guest#gui.ifsp11@gmail.com::" providerId="AD" clId="Web-{FCD01219-688B-AFD1-70F8-B45B0DB62BEC}" dt="2023-07-19T04:53:59.011" v="63" actId="20577"/>
        <pc:sldMkLst>
          <pc:docMk/>
          <pc:sldMk cId="2315204132" sldId="277"/>
        </pc:sldMkLst>
        <pc:spChg chg="mod">
          <ac:chgData name="gui.ifsp11@gmail.com" userId="S::urn:spo:guest#gui.ifsp11@gmail.com::" providerId="AD" clId="Web-{FCD01219-688B-AFD1-70F8-B45B0DB62BEC}" dt="2023-07-19T04:53:59.011" v="63" actId="20577"/>
          <ac:spMkLst>
            <pc:docMk/>
            <pc:sldMk cId="2315204132" sldId="277"/>
            <ac:spMk id="168" creationId="{00000000-0000-0000-0000-000000000000}"/>
          </ac:spMkLst>
        </pc:spChg>
      </pc:sldChg>
      <pc:sldChg chg="del">
        <pc:chgData name="gui.ifsp11@gmail.com" userId="S::urn:spo:guest#gui.ifsp11@gmail.com::" providerId="AD" clId="Web-{FCD01219-688B-AFD1-70F8-B45B0DB62BEC}" dt="2023-07-19T04:59:04.373" v="211"/>
        <pc:sldMkLst>
          <pc:docMk/>
          <pc:sldMk cId="3927404471" sldId="282"/>
        </pc:sldMkLst>
      </pc:sldChg>
      <pc:sldChg chg="del">
        <pc:chgData name="gui.ifsp11@gmail.com" userId="S::urn:spo:guest#gui.ifsp11@gmail.com::" providerId="AD" clId="Web-{FCD01219-688B-AFD1-70F8-B45B0DB62BEC}" dt="2023-07-19T05:00:20.297" v="212"/>
        <pc:sldMkLst>
          <pc:docMk/>
          <pc:sldMk cId="3346671071" sldId="283"/>
        </pc:sldMkLst>
      </pc:sldChg>
      <pc:sldChg chg="del">
        <pc:chgData name="gui.ifsp11@gmail.com" userId="S::urn:spo:guest#gui.ifsp11@gmail.com::" providerId="AD" clId="Web-{FCD01219-688B-AFD1-70F8-B45B0DB62BEC}" dt="2023-07-19T05:00:22.250" v="213"/>
        <pc:sldMkLst>
          <pc:docMk/>
          <pc:sldMk cId="779981983" sldId="284"/>
        </pc:sldMkLst>
      </pc:sldChg>
      <pc:sldChg chg="addSp delSp modSp">
        <pc:chgData name="gui.ifsp11@gmail.com" userId="S::urn:spo:guest#gui.ifsp11@gmail.com::" providerId="AD" clId="Web-{FCD01219-688B-AFD1-70F8-B45B0DB62BEC}" dt="2023-07-19T05:23:39.798" v="605"/>
        <pc:sldMkLst>
          <pc:docMk/>
          <pc:sldMk cId="1541066508" sldId="285"/>
        </pc:sldMkLst>
        <pc:spChg chg="del">
          <ac:chgData name="gui.ifsp11@gmail.com" userId="S::urn:spo:guest#gui.ifsp11@gmail.com::" providerId="AD" clId="Web-{FCD01219-688B-AFD1-70F8-B45B0DB62BEC}" dt="2023-07-19T05:17:02.815" v="600"/>
          <ac:spMkLst>
            <pc:docMk/>
            <pc:sldMk cId="1541066508" sldId="285"/>
            <ac:spMk id="2" creationId="{63A84542-D761-51B2-FFDB-AEB02D45A80A}"/>
          </ac:spMkLst>
        </pc:spChg>
        <pc:spChg chg="add del mod">
          <ac:chgData name="gui.ifsp11@gmail.com" userId="S::urn:spo:guest#gui.ifsp11@gmail.com::" providerId="AD" clId="Web-{FCD01219-688B-AFD1-70F8-B45B0DB62BEC}" dt="2023-07-19T05:23:39.798" v="605"/>
          <ac:spMkLst>
            <pc:docMk/>
            <pc:sldMk cId="1541066508" sldId="285"/>
            <ac:spMk id="5" creationId="{089027DC-2C17-5AF5-FCA5-4FEC7DA0CBF9}"/>
          </ac:spMkLst>
        </pc:spChg>
        <pc:spChg chg="mod">
          <ac:chgData name="gui.ifsp11@gmail.com" userId="S::urn:spo:guest#gui.ifsp11@gmail.com::" providerId="AD" clId="Web-{FCD01219-688B-AFD1-70F8-B45B0DB62BEC}" dt="2023-07-19T05:11:43.867" v="593" actId="20577"/>
          <ac:spMkLst>
            <pc:docMk/>
            <pc:sldMk cId="1541066508" sldId="285"/>
            <ac:spMk id="204" creationId="{00000000-0000-0000-0000-000000000000}"/>
          </ac:spMkLst>
        </pc:spChg>
        <pc:picChg chg="add mod">
          <ac:chgData name="gui.ifsp11@gmail.com" userId="S::urn:spo:guest#gui.ifsp11@gmail.com::" providerId="AD" clId="Web-{FCD01219-688B-AFD1-70F8-B45B0DB62BEC}" dt="2023-07-19T05:16:41.471" v="597" actId="1076"/>
          <ac:picMkLst>
            <pc:docMk/>
            <pc:sldMk cId="1541066508" sldId="285"/>
            <ac:picMk id="4" creationId="{FA29D308-D44E-E1FB-C5CA-9C1FD2699B3D}"/>
          </ac:picMkLst>
        </pc:picChg>
      </pc:sldChg>
      <pc:sldChg chg="modSp add replId">
        <pc:chgData name="gui.ifsp11@gmail.com" userId="S::urn:spo:guest#gui.ifsp11@gmail.com::" providerId="AD" clId="Web-{FCD01219-688B-AFD1-70F8-B45B0DB62BEC}" dt="2023-07-19T05:06:33.810" v="391" actId="20577"/>
        <pc:sldMkLst>
          <pc:docMk/>
          <pc:sldMk cId="3035913142" sldId="286"/>
        </pc:sldMkLst>
        <pc:spChg chg="mod">
          <ac:chgData name="gui.ifsp11@gmail.com" userId="S::urn:spo:guest#gui.ifsp11@gmail.com::" providerId="AD" clId="Web-{FCD01219-688B-AFD1-70F8-B45B0DB62BEC}" dt="2023-07-19T05:06:33.810" v="391" actId="20577"/>
          <ac:spMkLst>
            <pc:docMk/>
            <pc:sldMk cId="3035913142" sldId="286"/>
            <ac:spMk id="18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FCD01219-688B-AFD1-70F8-B45B0DB62BEC}" dt="2023-07-19T05:23:53.721" v="609" actId="20577"/>
        <pc:sldMkLst>
          <pc:docMk/>
          <pc:sldMk cId="2436521811" sldId="287"/>
        </pc:sldMkLst>
        <pc:spChg chg="mod">
          <ac:chgData name="gui.ifsp11@gmail.com" userId="S::urn:spo:guest#gui.ifsp11@gmail.com::" providerId="AD" clId="Web-{FCD01219-688B-AFD1-70F8-B45B0DB62BEC}" dt="2023-07-19T05:09:21.878" v="517" actId="20577"/>
          <ac:spMkLst>
            <pc:docMk/>
            <pc:sldMk cId="2436521811" sldId="287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FCD01219-688B-AFD1-70F8-B45B0DB62BEC}" dt="2023-07-19T05:23:53.721" v="609" actId="20577"/>
          <ac:spMkLst>
            <pc:docMk/>
            <pc:sldMk cId="2436521811" sldId="287"/>
            <ac:spMk id="204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FCD01219-688B-AFD1-70F8-B45B0DB62BEC}" dt="2023-07-19T05:31:21.798" v="769" actId="20577"/>
        <pc:sldMkLst>
          <pc:docMk/>
          <pc:sldMk cId="3813909641" sldId="288"/>
        </pc:sldMkLst>
        <pc:spChg chg="mod">
          <ac:chgData name="gui.ifsp11@gmail.com" userId="S::urn:spo:guest#gui.ifsp11@gmail.com::" providerId="AD" clId="Web-{FCD01219-688B-AFD1-70F8-B45B0DB62BEC}" dt="2023-07-19T05:31:21.798" v="769" actId="20577"/>
          <ac:spMkLst>
            <pc:docMk/>
            <pc:sldMk cId="3813909641" sldId="288"/>
            <ac:spMk id="196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FCD01219-688B-AFD1-70F8-B45B0DB62BEC}" dt="2023-07-19T05:11:21.351" v="588" actId="20577"/>
        <pc:sldMkLst>
          <pc:docMk/>
          <pc:sldMk cId="3380244535" sldId="289"/>
        </pc:sldMkLst>
        <pc:spChg chg="mod">
          <ac:chgData name="gui.ifsp11@gmail.com" userId="S::urn:spo:guest#gui.ifsp11@gmail.com::" providerId="AD" clId="Web-{FCD01219-688B-AFD1-70F8-B45B0DB62BEC}" dt="2023-07-19T05:11:21.351" v="588" actId="20577"/>
          <ac:spMkLst>
            <pc:docMk/>
            <pc:sldMk cId="3380244535" sldId="289"/>
            <ac:spMk id="203" creationId="{00000000-0000-0000-0000-000000000000}"/>
          </ac:spMkLst>
        </pc:spChg>
      </pc:sldChg>
      <pc:sldChg chg="addSp delSp modSp add ord replId">
        <pc:chgData name="gui.ifsp11@gmail.com" userId="S::urn:spo:guest#gui.ifsp11@gmail.com::" providerId="AD" clId="Web-{FCD01219-688B-AFD1-70F8-B45B0DB62BEC}" dt="2023-07-19T05:38:33.891" v="946"/>
        <pc:sldMkLst>
          <pc:docMk/>
          <pc:sldMk cId="210226847" sldId="290"/>
        </pc:sldMkLst>
        <pc:spChg chg="mod">
          <ac:chgData name="gui.ifsp11@gmail.com" userId="S::urn:spo:guest#gui.ifsp11@gmail.com::" providerId="AD" clId="Web-{FCD01219-688B-AFD1-70F8-B45B0DB62BEC}" dt="2023-07-19T05:37:17.982" v="920" actId="20577"/>
          <ac:spMkLst>
            <pc:docMk/>
            <pc:sldMk cId="210226847" sldId="290"/>
            <ac:spMk id="204" creationId="{00000000-0000-0000-0000-000000000000}"/>
          </ac:spMkLst>
        </pc:spChg>
        <pc:picChg chg="del">
          <ac:chgData name="gui.ifsp11@gmail.com" userId="S::urn:spo:guest#gui.ifsp11@gmail.com::" providerId="AD" clId="Web-{FCD01219-688B-AFD1-70F8-B45B0DB62BEC}" dt="2023-07-19T05:16:57.549" v="599"/>
          <ac:picMkLst>
            <pc:docMk/>
            <pc:sldMk cId="210226847" sldId="290"/>
            <ac:picMk id="4" creationId="{FA29D308-D44E-E1FB-C5CA-9C1FD2699B3D}"/>
          </ac:picMkLst>
        </pc:picChg>
        <pc:picChg chg="add del">
          <ac:chgData name="gui.ifsp11@gmail.com" userId="S::urn:spo:guest#gui.ifsp11@gmail.com::" providerId="AD" clId="Web-{FCD01219-688B-AFD1-70F8-B45B0DB62BEC}" dt="2023-07-19T05:36:28.121" v="902"/>
          <ac:picMkLst>
            <pc:docMk/>
            <pc:sldMk cId="210226847" sldId="290"/>
            <ac:picMk id="8" creationId="{24267F58-CED1-72F2-68BD-848EA6FAE01B}"/>
          </ac:picMkLst>
        </pc:picChg>
      </pc:sldChg>
      <pc:sldChg chg="modSp add ord replId">
        <pc:chgData name="gui.ifsp11@gmail.com" userId="S::urn:spo:guest#gui.ifsp11@gmail.com::" providerId="AD" clId="Web-{FCD01219-688B-AFD1-70F8-B45B0DB62BEC}" dt="2023-07-19T05:28:27.261" v="746"/>
        <pc:sldMkLst>
          <pc:docMk/>
          <pc:sldMk cId="350892751" sldId="291"/>
        </pc:sldMkLst>
        <pc:spChg chg="mod">
          <ac:chgData name="gui.ifsp11@gmail.com" userId="S::urn:spo:guest#gui.ifsp11@gmail.com::" providerId="AD" clId="Web-{FCD01219-688B-AFD1-70F8-B45B0DB62BEC}" dt="2023-07-19T05:28:20.683" v="745" actId="20577"/>
          <ac:spMkLst>
            <pc:docMk/>
            <pc:sldMk cId="350892751" sldId="291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FCD01219-688B-AFD1-70F8-B45B0DB62BEC}" dt="2023-07-19T05:26:17.491" v="622" actId="20577"/>
          <ac:spMkLst>
            <pc:docMk/>
            <pc:sldMk cId="350892751" sldId="291"/>
            <ac:spMk id="204" creationId="{00000000-0000-0000-0000-000000000000}"/>
          </ac:spMkLst>
        </pc:spChg>
      </pc:sldChg>
      <pc:sldChg chg="addSp delSp modSp add del ord replId">
        <pc:chgData name="gui.ifsp11@gmail.com" userId="S::urn:spo:guest#gui.ifsp11@gmail.com::" providerId="AD" clId="Web-{FCD01219-688B-AFD1-70F8-B45B0DB62BEC}" dt="2023-07-19T05:37:38.514" v="939" actId="20577"/>
        <pc:sldMkLst>
          <pc:docMk/>
          <pc:sldMk cId="1214662181" sldId="292"/>
        </pc:sldMkLst>
        <pc:spChg chg="mod">
          <ac:chgData name="gui.ifsp11@gmail.com" userId="S::urn:spo:guest#gui.ifsp11@gmail.com::" providerId="AD" clId="Web-{FCD01219-688B-AFD1-70F8-B45B0DB62BEC}" dt="2023-07-19T05:37:38.514" v="939" actId="20577"/>
          <ac:spMkLst>
            <pc:docMk/>
            <pc:sldMk cId="1214662181" sldId="292"/>
            <ac:spMk id="204" creationId="{00000000-0000-0000-0000-000000000000}"/>
          </ac:spMkLst>
        </pc:spChg>
        <pc:picChg chg="add del mod">
          <ac:chgData name="gui.ifsp11@gmail.com" userId="S::urn:spo:guest#gui.ifsp11@gmail.com::" providerId="AD" clId="Web-{FCD01219-688B-AFD1-70F8-B45B0DB62BEC}" dt="2023-07-19T05:29:33.138" v="752"/>
          <ac:picMkLst>
            <pc:docMk/>
            <pc:sldMk cId="1214662181" sldId="292"/>
            <ac:picMk id="2" creationId="{3B2DE3F9-6DF4-1405-A1CC-4159BF845299}"/>
          </ac:picMkLst>
        </pc:picChg>
        <pc:picChg chg="del">
          <ac:chgData name="gui.ifsp11@gmail.com" userId="S::urn:spo:guest#gui.ifsp11@gmail.com::" providerId="AD" clId="Web-{FCD01219-688B-AFD1-70F8-B45B0DB62BEC}" dt="2023-07-19T05:30:10.499" v="756"/>
          <ac:picMkLst>
            <pc:docMk/>
            <pc:sldMk cId="1214662181" sldId="292"/>
            <ac:picMk id="4" creationId="{FA29D308-D44E-E1FB-C5CA-9C1FD2699B3D}"/>
          </ac:picMkLst>
        </pc:picChg>
        <pc:picChg chg="add mod">
          <ac:chgData name="gui.ifsp11@gmail.com" userId="S::urn:spo:guest#gui.ifsp11@gmail.com::" providerId="AD" clId="Web-{FCD01219-688B-AFD1-70F8-B45B0DB62BEC}" dt="2023-07-19T05:30:08.108" v="755" actId="14100"/>
          <ac:picMkLst>
            <pc:docMk/>
            <pc:sldMk cId="1214662181" sldId="292"/>
            <ac:picMk id="5" creationId="{96F0FC74-13E4-6748-E6F5-5CE919D46274}"/>
          </ac:picMkLst>
        </pc:picChg>
        <pc:picChg chg="add del mod">
          <ac:chgData name="gui.ifsp11@gmail.com" userId="S::urn:spo:guest#gui.ifsp11@gmail.com::" providerId="AD" clId="Web-{FCD01219-688B-AFD1-70F8-B45B0DB62BEC}" dt="2023-07-19T05:37:30.670" v="924"/>
          <ac:picMkLst>
            <pc:docMk/>
            <pc:sldMk cId="1214662181" sldId="292"/>
            <ac:picMk id="7" creationId="{F000F42D-C750-5517-0C50-C7300192F0DC}"/>
          </ac:picMkLst>
        </pc:picChg>
      </pc:sldChg>
      <pc:sldChg chg="modSp add replId">
        <pc:chgData name="gui.ifsp11@gmail.com" userId="S::urn:spo:guest#gui.ifsp11@gmail.com::" providerId="AD" clId="Web-{FCD01219-688B-AFD1-70F8-B45B0DB62BEC}" dt="2023-07-19T05:33:31.396" v="863" actId="20577"/>
        <pc:sldMkLst>
          <pc:docMk/>
          <pc:sldMk cId="3232525608" sldId="293"/>
        </pc:sldMkLst>
        <pc:spChg chg="mod">
          <ac:chgData name="gui.ifsp11@gmail.com" userId="S::urn:spo:guest#gui.ifsp11@gmail.com::" providerId="AD" clId="Web-{FCD01219-688B-AFD1-70F8-B45B0DB62BEC}" dt="2023-07-19T05:33:31.396" v="863" actId="20577"/>
          <ac:spMkLst>
            <pc:docMk/>
            <pc:sldMk cId="3232525608" sldId="293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FCD01219-688B-AFD1-70F8-B45B0DB62BEC}" dt="2023-07-19T05:32:32.129" v="790" actId="20577"/>
          <ac:spMkLst>
            <pc:docMk/>
            <pc:sldMk cId="3232525608" sldId="293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FCD01219-688B-AFD1-70F8-B45B0DB62BEC}" dt="2023-07-19T05:31:18.548" v="768" actId="20577"/>
        <pc:sldMkLst>
          <pc:docMk/>
          <pc:sldMk cId="1292702605" sldId="294"/>
        </pc:sldMkLst>
        <pc:spChg chg="mod">
          <ac:chgData name="gui.ifsp11@gmail.com" userId="S::urn:spo:guest#gui.ifsp11@gmail.com::" providerId="AD" clId="Web-{FCD01219-688B-AFD1-70F8-B45B0DB62BEC}" dt="2023-07-19T05:31:18.548" v="768" actId="20577"/>
          <ac:spMkLst>
            <pc:docMk/>
            <pc:sldMk cId="1292702605" sldId="294"/>
            <ac:spMk id="196" creationId="{00000000-0000-0000-0000-000000000000}"/>
          </ac:spMkLst>
        </pc:spChg>
      </pc:sldChg>
      <pc:sldChg chg="addSp delSp modSp add replId">
        <pc:chgData name="gui.ifsp11@gmail.com" userId="S::urn:spo:guest#gui.ifsp11@gmail.com::" providerId="AD" clId="Web-{FCD01219-688B-AFD1-70F8-B45B0DB62BEC}" dt="2023-07-19T05:39:32.565" v="975" actId="20577"/>
        <pc:sldMkLst>
          <pc:docMk/>
          <pc:sldMk cId="2759990096" sldId="295"/>
        </pc:sldMkLst>
        <pc:spChg chg="mod">
          <ac:chgData name="gui.ifsp11@gmail.com" userId="S::urn:spo:guest#gui.ifsp11@gmail.com::" providerId="AD" clId="Web-{FCD01219-688B-AFD1-70F8-B45B0DB62BEC}" dt="2023-07-19T05:39:32.565" v="975" actId="20577"/>
          <ac:spMkLst>
            <pc:docMk/>
            <pc:sldMk cId="2759990096" sldId="295"/>
            <ac:spMk id="204" creationId="{00000000-0000-0000-0000-000000000000}"/>
          </ac:spMkLst>
        </pc:spChg>
        <pc:picChg chg="add mod ord">
          <ac:chgData name="gui.ifsp11@gmail.com" userId="S::urn:spo:guest#gui.ifsp11@gmail.com::" providerId="AD" clId="Web-{FCD01219-688B-AFD1-70F8-B45B0DB62BEC}" dt="2023-07-19T05:38:19.828" v="944"/>
          <ac:picMkLst>
            <pc:docMk/>
            <pc:sldMk cId="2759990096" sldId="295"/>
            <ac:picMk id="2" creationId="{2BF24544-2388-AC62-12DD-A61D79E8A204}"/>
          </ac:picMkLst>
        </pc:picChg>
        <pc:picChg chg="del">
          <ac:chgData name="gui.ifsp11@gmail.com" userId="S::urn:spo:guest#gui.ifsp11@gmail.com::" providerId="AD" clId="Web-{FCD01219-688B-AFD1-70F8-B45B0DB62BEC}" dt="2023-07-19T05:38:22" v="945"/>
          <ac:picMkLst>
            <pc:docMk/>
            <pc:sldMk cId="2759990096" sldId="295"/>
            <ac:picMk id="5" creationId="{96F0FC74-13E4-6748-E6F5-5CE919D46274}"/>
          </ac:picMkLst>
        </pc:picChg>
      </pc:sldChg>
      <pc:sldChg chg="add replId">
        <pc:chgData name="gui.ifsp11@gmail.com" userId="S::urn:spo:guest#gui.ifsp11@gmail.com::" providerId="AD" clId="Web-{FCD01219-688B-AFD1-70F8-B45B0DB62BEC}" dt="2023-07-19T05:38:42.094" v="947"/>
        <pc:sldMkLst>
          <pc:docMk/>
          <pc:sldMk cId="1170869944" sldId="296"/>
        </pc:sldMkLst>
      </pc:sldChg>
      <pc:sldChg chg="modSp add replId">
        <pc:chgData name="gui.ifsp11@gmail.com" userId="S::urn:spo:guest#gui.ifsp11@gmail.com::" providerId="AD" clId="Web-{FCD01219-688B-AFD1-70F8-B45B0DB62BEC}" dt="2023-07-19T05:40:46.349" v="1041" actId="20577"/>
        <pc:sldMkLst>
          <pc:docMk/>
          <pc:sldMk cId="1632331382" sldId="297"/>
        </pc:sldMkLst>
        <pc:spChg chg="mod">
          <ac:chgData name="gui.ifsp11@gmail.com" userId="S::urn:spo:guest#gui.ifsp11@gmail.com::" providerId="AD" clId="Web-{FCD01219-688B-AFD1-70F8-B45B0DB62BEC}" dt="2023-07-19T05:40:46.349" v="1041" actId="20577"/>
          <ac:spMkLst>
            <pc:docMk/>
            <pc:sldMk cId="1632331382" sldId="297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FCD01219-688B-AFD1-70F8-B45B0DB62BEC}" dt="2023-07-19T05:39:30.190" v="974" actId="20577"/>
          <ac:spMkLst>
            <pc:docMk/>
            <pc:sldMk cId="1632331382" sldId="297"/>
            <ac:spMk id="204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FCD01219-688B-AFD1-70F8-B45B0DB62BEC}" dt="2023-07-19T05:41:24.694" v="1055" actId="20577"/>
        <pc:sldMkLst>
          <pc:docMk/>
          <pc:sldMk cId="703278229" sldId="298"/>
        </pc:sldMkLst>
        <pc:spChg chg="mod">
          <ac:chgData name="gui.ifsp11@gmail.com" userId="S::urn:spo:guest#gui.ifsp11@gmail.com::" providerId="AD" clId="Web-{FCD01219-688B-AFD1-70F8-B45B0DB62BEC}" dt="2023-07-19T05:41:24.694" v="1055" actId="20577"/>
          <ac:spMkLst>
            <pc:docMk/>
            <pc:sldMk cId="703278229" sldId="298"/>
            <ac:spMk id="196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FCD01219-688B-AFD1-70F8-B45B0DB62BEC}" dt="2023-07-19T05:43:46.901" v="1191" actId="20577"/>
        <pc:sldMkLst>
          <pc:docMk/>
          <pc:sldMk cId="3331914111" sldId="299"/>
        </pc:sldMkLst>
        <pc:spChg chg="mod">
          <ac:chgData name="gui.ifsp11@gmail.com" userId="S::urn:spo:guest#gui.ifsp11@gmail.com::" providerId="AD" clId="Web-{FCD01219-688B-AFD1-70F8-B45B0DB62BEC}" dt="2023-07-19T05:43:46.901" v="1191" actId="20577"/>
          <ac:spMkLst>
            <pc:docMk/>
            <pc:sldMk cId="3331914111" sldId="299"/>
            <ac:spMk id="203" creationId="{00000000-0000-0000-0000-000000000000}"/>
          </ac:spMkLst>
        </pc:spChg>
      </pc:sldChg>
      <pc:sldChg chg="addSp delSp modSp add ord replId">
        <pc:chgData name="gui.ifsp11@gmail.com" userId="S::urn:spo:guest#gui.ifsp11@gmail.com::" providerId="AD" clId="Web-{FCD01219-688B-AFD1-70F8-B45B0DB62BEC}" dt="2023-07-19T05:46:32.987" v="1201"/>
        <pc:sldMkLst>
          <pc:docMk/>
          <pc:sldMk cId="1995888206" sldId="300"/>
        </pc:sldMkLst>
        <pc:spChg chg="add del mod">
          <ac:chgData name="gui.ifsp11@gmail.com" userId="S::urn:spo:guest#gui.ifsp11@gmail.com::" providerId="AD" clId="Web-{FCD01219-688B-AFD1-70F8-B45B0DB62BEC}" dt="2023-07-19T05:46:05.299" v="1197"/>
          <ac:spMkLst>
            <pc:docMk/>
            <pc:sldMk cId="1995888206" sldId="300"/>
            <ac:spMk id="4" creationId="{5B25B3EC-2686-5908-23BC-C03C702D2A03}"/>
          </ac:spMkLst>
        </pc:spChg>
        <pc:picChg chg="del">
          <ac:chgData name="gui.ifsp11@gmail.com" userId="S::urn:spo:guest#gui.ifsp11@gmail.com::" providerId="AD" clId="Web-{FCD01219-688B-AFD1-70F8-B45B0DB62BEC}" dt="2023-07-19T05:46:32.987" v="1201"/>
          <ac:picMkLst>
            <pc:docMk/>
            <pc:sldMk cId="1995888206" sldId="300"/>
            <ac:picMk id="2" creationId="{2BF24544-2388-AC62-12DD-A61D79E8A204}"/>
          </ac:picMkLst>
        </pc:picChg>
        <pc:picChg chg="add mod">
          <ac:chgData name="gui.ifsp11@gmail.com" userId="S::urn:spo:guest#gui.ifsp11@gmail.com::" providerId="AD" clId="Web-{FCD01219-688B-AFD1-70F8-B45B0DB62BEC}" dt="2023-07-19T05:46:31.190" v="1200" actId="14100"/>
          <ac:picMkLst>
            <pc:docMk/>
            <pc:sldMk cId="1995888206" sldId="300"/>
            <ac:picMk id="5" creationId="{A00652E6-B5F5-BD5A-5D3E-2F9DCA47402E}"/>
          </ac:picMkLst>
        </pc:picChg>
      </pc:sldChg>
      <pc:sldChg chg="addSp delSp modSp add replId">
        <pc:chgData name="gui.ifsp11@gmail.com" userId="S::urn:spo:guest#gui.ifsp11@gmail.com::" providerId="AD" clId="Web-{FCD01219-688B-AFD1-70F8-B45B0DB62BEC}" dt="2023-07-19T05:49:22.309" v="1313"/>
        <pc:sldMkLst>
          <pc:docMk/>
          <pc:sldMk cId="1132208312" sldId="301"/>
        </pc:sldMkLst>
        <pc:picChg chg="add mod">
          <ac:chgData name="gui.ifsp11@gmail.com" userId="S::urn:spo:guest#gui.ifsp11@gmail.com::" providerId="AD" clId="Web-{FCD01219-688B-AFD1-70F8-B45B0DB62BEC}" dt="2023-07-19T05:49:20.668" v="1312" actId="14100"/>
          <ac:picMkLst>
            <pc:docMk/>
            <pc:sldMk cId="1132208312" sldId="301"/>
            <ac:picMk id="2" creationId="{71769CCD-45DD-3966-AAC3-4B7CE26265B6}"/>
          </ac:picMkLst>
        </pc:picChg>
        <pc:picChg chg="del">
          <ac:chgData name="gui.ifsp11@gmail.com" userId="S::urn:spo:guest#gui.ifsp11@gmail.com::" providerId="AD" clId="Web-{FCD01219-688B-AFD1-70F8-B45B0DB62BEC}" dt="2023-07-19T05:49:22.309" v="1313"/>
          <ac:picMkLst>
            <pc:docMk/>
            <pc:sldMk cId="1132208312" sldId="301"/>
            <ac:picMk id="5" creationId="{A00652E6-B5F5-BD5A-5D3E-2F9DCA47402E}"/>
          </ac:picMkLst>
        </pc:picChg>
      </pc:sldChg>
      <pc:sldChg chg="modSp add replId">
        <pc:chgData name="gui.ifsp11@gmail.com" userId="S::urn:spo:guest#gui.ifsp11@gmail.com::" providerId="AD" clId="Web-{FCD01219-688B-AFD1-70F8-B45B0DB62BEC}" dt="2023-07-19T05:48:18.213" v="1307" actId="20577"/>
        <pc:sldMkLst>
          <pc:docMk/>
          <pc:sldMk cId="2061612397" sldId="302"/>
        </pc:sldMkLst>
        <pc:spChg chg="mod">
          <ac:chgData name="gui.ifsp11@gmail.com" userId="S::urn:spo:guest#gui.ifsp11@gmail.com::" providerId="AD" clId="Web-{FCD01219-688B-AFD1-70F8-B45B0DB62BEC}" dt="2023-07-19T05:48:18.213" v="1307" actId="20577"/>
          <ac:spMkLst>
            <pc:docMk/>
            <pc:sldMk cId="2061612397" sldId="302"/>
            <ac:spMk id="203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FCD01219-688B-AFD1-70F8-B45B0DB62BEC}" dt="2023-07-19T05:47:10.020" v="1223" actId="20577"/>
        <pc:sldMkLst>
          <pc:docMk/>
          <pc:sldMk cId="3306360464" sldId="303"/>
        </pc:sldMkLst>
        <pc:spChg chg="mod">
          <ac:chgData name="gui.ifsp11@gmail.com" userId="S::urn:spo:guest#gui.ifsp11@gmail.com::" providerId="AD" clId="Web-{FCD01219-688B-AFD1-70F8-B45B0DB62BEC}" dt="2023-07-19T05:47:10.020" v="1223" actId="20577"/>
          <ac:spMkLst>
            <pc:docMk/>
            <pc:sldMk cId="3306360464" sldId="303"/>
            <ac:spMk id="196" creationId="{00000000-0000-0000-0000-000000000000}"/>
          </ac:spMkLst>
        </pc:spChg>
      </pc:sldChg>
      <pc:sldChg chg="addSp delSp modSp add replId">
        <pc:chgData name="gui.ifsp11@gmail.com" userId="S::urn:spo:guest#gui.ifsp11@gmail.com::" providerId="AD" clId="Web-{FCD01219-688B-AFD1-70F8-B45B0DB62BEC}" dt="2023-07-19T06:06:21.397" v="1925"/>
        <pc:sldMkLst>
          <pc:docMk/>
          <pc:sldMk cId="1786416513" sldId="304"/>
        </pc:sldMkLst>
        <pc:spChg chg="add del">
          <ac:chgData name="gui.ifsp11@gmail.com" userId="S::urn:spo:guest#gui.ifsp11@gmail.com::" providerId="AD" clId="Web-{FCD01219-688B-AFD1-70F8-B45B0DB62BEC}" dt="2023-07-19T06:05:39.020" v="1918"/>
          <ac:spMkLst>
            <pc:docMk/>
            <pc:sldMk cId="1786416513" sldId="304"/>
            <ac:spMk id="7" creationId="{D999FFD7-8F3F-9564-7EAF-893C0DADF6FB}"/>
          </ac:spMkLst>
        </pc:spChg>
        <pc:spChg chg="add del">
          <ac:chgData name="gui.ifsp11@gmail.com" userId="S::urn:spo:guest#gui.ifsp11@gmail.com::" providerId="AD" clId="Web-{FCD01219-688B-AFD1-70F8-B45B0DB62BEC}" dt="2023-07-19T06:06:21.397" v="1925"/>
          <ac:spMkLst>
            <pc:docMk/>
            <pc:sldMk cId="1786416513" sldId="304"/>
            <ac:spMk id="9" creationId="{E18A9DCE-5946-3C0F-B24B-F28BBA058FD2}"/>
          </ac:spMkLst>
        </pc:spChg>
        <pc:picChg chg="add del">
          <ac:chgData name="gui.ifsp11@gmail.com" userId="S::urn:spo:guest#gui.ifsp11@gmail.com::" providerId="AD" clId="Web-{FCD01219-688B-AFD1-70F8-B45B0DB62BEC}" dt="2023-07-19T06:06:12.943" v="1923"/>
          <ac:picMkLst>
            <pc:docMk/>
            <pc:sldMk cId="1786416513" sldId="304"/>
            <ac:picMk id="2" creationId="{71769CCD-45DD-3966-AAC3-4B7CE26265B6}"/>
          </ac:picMkLst>
        </pc:picChg>
        <pc:picChg chg="add mod ord">
          <ac:chgData name="gui.ifsp11@gmail.com" userId="S::urn:spo:guest#gui.ifsp11@gmail.com::" providerId="AD" clId="Web-{FCD01219-688B-AFD1-70F8-B45B0DB62BEC}" dt="2023-07-19T06:06:01.724" v="1922" actId="14100"/>
          <ac:picMkLst>
            <pc:docMk/>
            <pc:sldMk cId="1786416513" sldId="304"/>
            <ac:picMk id="4" creationId="{61CE3A96-5A4B-85AC-3F26-2346F1FA4283}"/>
          </ac:picMkLst>
        </pc:picChg>
      </pc:sldChg>
      <pc:sldChg chg="modSp add replId">
        <pc:chgData name="gui.ifsp11@gmail.com" userId="S::urn:spo:guest#gui.ifsp11@gmail.com::" providerId="AD" clId="Web-{FCD01219-688B-AFD1-70F8-B45B0DB62BEC}" dt="2023-07-19T05:53:42.302" v="1398" actId="20577"/>
        <pc:sldMkLst>
          <pc:docMk/>
          <pc:sldMk cId="2988452638" sldId="305"/>
        </pc:sldMkLst>
        <pc:spChg chg="mod">
          <ac:chgData name="gui.ifsp11@gmail.com" userId="S::urn:spo:guest#gui.ifsp11@gmail.com::" providerId="AD" clId="Web-{FCD01219-688B-AFD1-70F8-B45B0DB62BEC}" dt="2023-07-19T05:53:42.302" v="1398" actId="20577"/>
          <ac:spMkLst>
            <pc:docMk/>
            <pc:sldMk cId="2988452638" sldId="305"/>
            <ac:spMk id="203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FCD01219-688B-AFD1-70F8-B45B0DB62BEC}" dt="2023-07-19T05:50:45.061" v="1337" actId="20577"/>
        <pc:sldMkLst>
          <pc:docMk/>
          <pc:sldMk cId="977383600" sldId="306"/>
        </pc:sldMkLst>
        <pc:spChg chg="mod">
          <ac:chgData name="gui.ifsp11@gmail.com" userId="S::urn:spo:guest#gui.ifsp11@gmail.com::" providerId="AD" clId="Web-{FCD01219-688B-AFD1-70F8-B45B0DB62BEC}" dt="2023-07-19T05:50:45.061" v="1337" actId="20577"/>
          <ac:spMkLst>
            <pc:docMk/>
            <pc:sldMk cId="977383600" sldId="306"/>
            <ac:spMk id="196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FCD01219-688B-AFD1-70F8-B45B0DB62BEC}" dt="2023-07-19T05:58:47.365" v="1694" actId="20577"/>
        <pc:sldMkLst>
          <pc:docMk/>
          <pc:sldMk cId="2381509474" sldId="307"/>
        </pc:sldMkLst>
        <pc:spChg chg="mod">
          <ac:chgData name="gui.ifsp11@gmail.com" userId="S::urn:spo:guest#gui.ifsp11@gmail.com::" providerId="AD" clId="Web-{FCD01219-688B-AFD1-70F8-B45B0DB62BEC}" dt="2023-07-19T05:58:47.365" v="1694" actId="20577"/>
          <ac:spMkLst>
            <pc:docMk/>
            <pc:sldMk cId="2381509474" sldId="307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FCD01219-688B-AFD1-70F8-B45B0DB62BEC}" dt="2023-07-19T05:54:20.319" v="1419" actId="20577"/>
          <ac:spMkLst>
            <pc:docMk/>
            <pc:sldMk cId="2381509474" sldId="307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FCD01219-688B-AFD1-70F8-B45B0DB62BEC}" dt="2023-07-19T06:00:30.025" v="1795" actId="20577"/>
        <pc:sldMkLst>
          <pc:docMk/>
          <pc:sldMk cId="301691224" sldId="308"/>
        </pc:sldMkLst>
        <pc:spChg chg="mod">
          <ac:chgData name="gui.ifsp11@gmail.com" userId="S::urn:spo:guest#gui.ifsp11@gmail.com::" providerId="AD" clId="Web-{FCD01219-688B-AFD1-70F8-B45B0DB62BEC}" dt="2023-07-19T06:00:30.025" v="1795" actId="20577"/>
          <ac:spMkLst>
            <pc:docMk/>
            <pc:sldMk cId="301691224" sldId="308"/>
            <ac:spMk id="203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FCD01219-688B-AFD1-70F8-B45B0DB62BEC}" dt="2023-07-19T06:02:45.467" v="1913" actId="20577"/>
        <pc:sldMkLst>
          <pc:docMk/>
          <pc:sldMk cId="99139235" sldId="309"/>
        </pc:sldMkLst>
        <pc:spChg chg="mod">
          <ac:chgData name="gui.ifsp11@gmail.com" userId="S::urn:spo:guest#gui.ifsp11@gmail.com::" providerId="AD" clId="Web-{FCD01219-688B-AFD1-70F8-B45B0DB62BEC}" dt="2023-07-19T06:02:45.467" v="1913" actId="20577"/>
          <ac:spMkLst>
            <pc:docMk/>
            <pc:sldMk cId="99139235" sldId="309"/>
            <ac:spMk id="203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FCD01219-688B-AFD1-70F8-B45B0DB62BEC}" dt="2023-07-19T06:07:24.118" v="1957" actId="20577"/>
        <pc:sldMkLst>
          <pc:docMk/>
          <pc:sldMk cId="1607397973" sldId="310"/>
        </pc:sldMkLst>
        <pc:spChg chg="mod">
          <ac:chgData name="gui.ifsp11@gmail.com" userId="S::urn:spo:guest#gui.ifsp11@gmail.com::" providerId="AD" clId="Web-{FCD01219-688B-AFD1-70F8-B45B0DB62BEC}" dt="2023-07-19T06:07:24.118" v="1957" actId="20577"/>
          <ac:spMkLst>
            <pc:docMk/>
            <pc:sldMk cId="1607397973" sldId="310"/>
            <ac:spMk id="196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FCD01219-688B-AFD1-70F8-B45B0DB62BEC}" dt="2023-07-19T06:29:43.773" v="2133" actId="20577"/>
        <pc:sldMkLst>
          <pc:docMk/>
          <pc:sldMk cId="2184875645" sldId="311"/>
        </pc:sldMkLst>
        <pc:spChg chg="mod">
          <ac:chgData name="gui.ifsp11@gmail.com" userId="S::urn:spo:guest#gui.ifsp11@gmail.com::" providerId="AD" clId="Web-{FCD01219-688B-AFD1-70F8-B45B0DB62BEC}" dt="2023-07-19T06:29:43.773" v="2133" actId="20577"/>
          <ac:spMkLst>
            <pc:docMk/>
            <pc:sldMk cId="2184875645" sldId="311"/>
            <ac:spMk id="203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FCD01219-688B-AFD1-70F8-B45B0DB62BEC}" dt="2023-07-19T06:31:39.291" v="2236" actId="20577"/>
        <pc:sldMkLst>
          <pc:docMk/>
          <pc:sldMk cId="1212098172" sldId="312"/>
        </pc:sldMkLst>
        <pc:spChg chg="mod">
          <ac:chgData name="gui.ifsp11@gmail.com" userId="S::urn:spo:guest#gui.ifsp11@gmail.com::" providerId="AD" clId="Web-{FCD01219-688B-AFD1-70F8-B45B0DB62BEC}" dt="2023-07-19T06:31:39.291" v="2236" actId="20577"/>
          <ac:spMkLst>
            <pc:docMk/>
            <pc:sldMk cId="1212098172" sldId="312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FCD01219-688B-AFD1-70F8-B45B0DB62BEC}" dt="2023-07-19T06:30:19.008" v="2138" actId="20577"/>
          <ac:spMkLst>
            <pc:docMk/>
            <pc:sldMk cId="1212098172" sldId="312"/>
            <ac:spMk id="204" creationId="{00000000-0000-0000-0000-000000000000}"/>
          </ac:spMkLst>
        </pc:spChg>
      </pc:sldChg>
      <pc:sldChg chg="addSp delSp modSp add replId">
        <pc:chgData name="gui.ifsp11@gmail.com" userId="S::urn:spo:guest#gui.ifsp11@gmail.com::" providerId="AD" clId="Web-{FCD01219-688B-AFD1-70F8-B45B0DB62BEC}" dt="2023-07-19T06:32:51.668" v="2243"/>
        <pc:sldMkLst>
          <pc:docMk/>
          <pc:sldMk cId="25838545" sldId="313"/>
        </pc:sldMkLst>
        <pc:picChg chg="add mod">
          <ac:chgData name="gui.ifsp11@gmail.com" userId="S::urn:spo:guest#gui.ifsp11@gmail.com::" providerId="AD" clId="Web-{FCD01219-688B-AFD1-70F8-B45B0DB62BEC}" dt="2023-07-19T06:32:51.637" v="2242" actId="14100"/>
          <ac:picMkLst>
            <pc:docMk/>
            <pc:sldMk cId="25838545" sldId="313"/>
            <ac:picMk id="2" creationId="{B689BAB3-4078-D608-E95D-FF37B879CDFC}"/>
          </ac:picMkLst>
        </pc:picChg>
        <pc:picChg chg="del">
          <ac:chgData name="gui.ifsp11@gmail.com" userId="S::urn:spo:guest#gui.ifsp11@gmail.com::" providerId="AD" clId="Web-{FCD01219-688B-AFD1-70F8-B45B0DB62BEC}" dt="2023-07-19T06:32:51.668" v="2243"/>
          <ac:picMkLst>
            <pc:docMk/>
            <pc:sldMk cId="25838545" sldId="313"/>
            <ac:picMk id="4" creationId="{61CE3A96-5A4B-85AC-3F26-2346F1FA4283}"/>
          </ac:picMkLst>
        </pc:picChg>
      </pc:sldChg>
      <pc:sldChg chg="addSp delSp modSp add replId">
        <pc:chgData name="gui.ifsp11@gmail.com" userId="S::urn:spo:guest#gui.ifsp11@gmail.com::" providerId="AD" clId="Web-{FCD01219-688B-AFD1-70F8-B45B0DB62BEC}" dt="2023-07-19T06:37:49.820" v="2347"/>
        <pc:sldMkLst>
          <pc:docMk/>
          <pc:sldMk cId="4225045208" sldId="314"/>
        </pc:sldMkLst>
        <pc:picChg chg="del">
          <ac:chgData name="gui.ifsp11@gmail.com" userId="S::urn:spo:guest#gui.ifsp11@gmail.com::" providerId="AD" clId="Web-{FCD01219-688B-AFD1-70F8-B45B0DB62BEC}" dt="2023-07-19T06:37:49.820" v="2347"/>
          <ac:picMkLst>
            <pc:docMk/>
            <pc:sldMk cId="4225045208" sldId="314"/>
            <ac:picMk id="2" creationId="{B689BAB3-4078-D608-E95D-FF37B879CDFC}"/>
          </ac:picMkLst>
        </pc:picChg>
        <pc:picChg chg="add mod ord">
          <ac:chgData name="gui.ifsp11@gmail.com" userId="S::urn:spo:guest#gui.ifsp11@gmail.com::" providerId="AD" clId="Web-{FCD01219-688B-AFD1-70F8-B45B0DB62BEC}" dt="2023-07-19T06:37:48.085" v="2346"/>
          <ac:picMkLst>
            <pc:docMk/>
            <pc:sldMk cId="4225045208" sldId="314"/>
            <ac:picMk id="4" creationId="{2F43CE7F-2A14-6872-BCE5-8066878821E6}"/>
          </ac:picMkLst>
        </pc:picChg>
      </pc:sldChg>
      <pc:sldChg chg="modSp add replId">
        <pc:chgData name="gui.ifsp11@gmail.com" userId="S::urn:spo:guest#gui.ifsp11@gmail.com::" providerId="AD" clId="Web-{FCD01219-688B-AFD1-70F8-B45B0DB62BEC}" dt="2023-07-19T06:36:03.926" v="2342" actId="20577"/>
        <pc:sldMkLst>
          <pc:docMk/>
          <pc:sldMk cId="1364592717" sldId="315"/>
        </pc:sldMkLst>
        <pc:spChg chg="mod">
          <ac:chgData name="gui.ifsp11@gmail.com" userId="S::urn:spo:guest#gui.ifsp11@gmail.com::" providerId="AD" clId="Web-{FCD01219-688B-AFD1-70F8-B45B0DB62BEC}" dt="2023-07-19T06:36:03.926" v="2342" actId="20577"/>
          <ac:spMkLst>
            <pc:docMk/>
            <pc:sldMk cId="1364592717" sldId="315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FCD01219-688B-AFD1-70F8-B45B0DB62BEC}" dt="2023-07-19T06:34:51.299" v="2262" actId="20577"/>
          <ac:spMkLst>
            <pc:docMk/>
            <pc:sldMk cId="1364592717" sldId="315"/>
            <ac:spMk id="204" creationId="{00000000-0000-0000-0000-000000000000}"/>
          </ac:spMkLst>
        </pc:spChg>
      </pc:sldChg>
      <pc:sldChg chg="addSp delSp modSp add replId">
        <pc:chgData name="gui.ifsp11@gmail.com" userId="S::urn:spo:guest#gui.ifsp11@gmail.com::" providerId="AD" clId="Web-{FCD01219-688B-AFD1-70F8-B45B0DB62BEC}" dt="2023-07-19T06:40:21.464" v="2444"/>
        <pc:sldMkLst>
          <pc:docMk/>
          <pc:sldMk cId="1004250494" sldId="316"/>
        </pc:sldMkLst>
        <pc:picChg chg="add mod">
          <ac:chgData name="gui.ifsp11@gmail.com" userId="S::urn:spo:guest#gui.ifsp11@gmail.com::" providerId="AD" clId="Web-{FCD01219-688B-AFD1-70F8-B45B0DB62BEC}" dt="2023-07-19T06:40:16.917" v="2443" actId="14100"/>
          <ac:picMkLst>
            <pc:docMk/>
            <pc:sldMk cId="1004250494" sldId="316"/>
            <ac:picMk id="2" creationId="{48F3984A-5F03-3C46-104B-9C25122967BA}"/>
          </ac:picMkLst>
        </pc:picChg>
        <pc:picChg chg="del">
          <ac:chgData name="gui.ifsp11@gmail.com" userId="S::urn:spo:guest#gui.ifsp11@gmail.com::" providerId="AD" clId="Web-{FCD01219-688B-AFD1-70F8-B45B0DB62BEC}" dt="2023-07-19T06:40:21.464" v="2444"/>
          <ac:picMkLst>
            <pc:docMk/>
            <pc:sldMk cId="1004250494" sldId="316"/>
            <ac:picMk id="4" creationId="{2F43CE7F-2A14-6872-BCE5-8066878821E6}"/>
          </ac:picMkLst>
        </pc:picChg>
      </pc:sldChg>
      <pc:sldChg chg="modSp add replId">
        <pc:chgData name="gui.ifsp11@gmail.com" userId="S::urn:spo:guest#gui.ifsp11@gmail.com::" providerId="AD" clId="Web-{FCD01219-688B-AFD1-70F8-B45B0DB62BEC}" dt="2023-07-19T06:39:34.807" v="2440" actId="20577"/>
        <pc:sldMkLst>
          <pc:docMk/>
          <pc:sldMk cId="620983309" sldId="317"/>
        </pc:sldMkLst>
        <pc:spChg chg="mod">
          <ac:chgData name="gui.ifsp11@gmail.com" userId="S::urn:spo:guest#gui.ifsp11@gmail.com::" providerId="AD" clId="Web-{FCD01219-688B-AFD1-70F8-B45B0DB62BEC}" dt="2023-07-19T06:39:34.807" v="2440" actId="20577"/>
          <ac:spMkLst>
            <pc:docMk/>
            <pc:sldMk cId="620983309" sldId="317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FCD01219-688B-AFD1-70F8-B45B0DB62BEC}" dt="2023-07-19T06:38:38.540" v="2368" actId="20577"/>
          <ac:spMkLst>
            <pc:docMk/>
            <pc:sldMk cId="620983309" sldId="317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FCD01219-688B-AFD1-70F8-B45B0DB62BEC}" dt="2023-07-19T06:41:11.575" v="2465" actId="20577"/>
        <pc:sldMkLst>
          <pc:docMk/>
          <pc:sldMk cId="3127244681" sldId="318"/>
        </pc:sldMkLst>
        <pc:spChg chg="mod">
          <ac:chgData name="gui.ifsp11@gmail.com" userId="S::urn:spo:guest#gui.ifsp11@gmail.com::" providerId="AD" clId="Web-{FCD01219-688B-AFD1-70F8-B45B0DB62BEC}" dt="2023-07-19T06:41:11.575" v="2465" actId="20577"/>
          <ac:spMkLst>
            <pc:docMk/>
            <pc:sldMk cId="3127244681" sldId="318"/>
            <ac:spMk id="196" creationId="{00000000-0000-0000-0000-000000000000}"/>
          </ac:spMkLst>
        </pc:spChg>
      </pc:sldChg>
      <pc:sldChg chg="add del replId">
        <pc:chgData name="gui.ifsp11@gmail.com" userId="S::urn:spo:guest#gui.ifsp11@gmail.com::" providerId="AD" clId="Web-{FCD01219-688B-AFD1-70F8-B45B0DB62BEC}" dt="2023-07-19T06:41:48.723" v="2467"/>
        <pc:sldMkLst>
          <pc:docMk/>
          <pc:sldMk cId="2032299122" sldId="319"/>
        </pc:sldMkLst>
      </pc:sldChg>
      <pc:sldChg chg="modSp add replId">
        <pc:chgData name="gui.ifsp11@gmail.com" userId="S::urn:spo:guest#gui.ifsp11@gmail.com::" providerId="AD" clId="Web-{FCD01219-688B-AFD1-70F8-B45B0DB62BEC}" dt="2023-07-19T06:42:57.334" v="2538" actId="20577"/>
        <pc:sldMkLst>
          <pc:docMk/>
          <pc:sldMk cId="3468286147" sldId="319"/>
        </pc:sldMkLst>
        <pc:spChg chg="mod">
          <ac:chgData name="gui.ifsp11@gmail.com" userId="S::urn:spo:guest#gui.ifsp11@gmail.com::" providerId="AD" clId="Web-{FCD01219-688B-AFD1-70F8-B45B0DB62BEC}" dt="2023-07-19T06:42:57.334" v="2538" actId="20577"/>
          <ac:spMkLst>
            <pc:docMk/>
            <pc:sldMk cId="3468286147" sldId="319"/>
            <ac:spMk id="203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FCD01219-688B-AFD1-70F8-B45B0DB62BEC}" dt="2023-07-19T06:44:19.120" v="2593" actId="20577"/>
        <pc:sldMkLst>
          <pc:docMk/>
          <pc:sldMk cId="3978964714" sldId="320"/>
        </pc:sldMkLst>
        <pc:spChg chg="mod">
          <ac:chgData name="gui.ifsp11@gmail.com" userId="S::urn:spo:guest#gui.ifsp11@gmail.com::" providerId="AD" clId="Web-{FCD01219-688B-AFD1-70F8-B45B0DB62BEC}" dt="2023-07-19T06:44:19.120" v="2593" actId="20577"/>
          <ac:spMkLst>
            <pc:docMk/>
            <pc:sldMk cId="3978964714" sldId="320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FCD01219-688B-AFD1-70F8-B45B0DB62BEC}" dt="2023-07-19T06:43:25.428" v="2549" actId="20577"/>
          <ac:spMkLst>
            <pc:docMk/>
            <pc:sldMk cId="3978964714" sldId="320"/>
            <ac:spMk id="204" creationId="{00000000-0000-0000-0000-000000000000}"/>
          </ac:spMkLst>
        </pc:spChg>
      </pc:sldChg>
      <pc:sldChg chg="addSp delSp modSp add replId">
        <pc:chgData name="gui.ifsp11@gmail.com" userId="S::urn:spo:guest#gui.ifsp11@gmail.com::" providerId="AD" clId="Web-{FCD01219-688B-AFD1-70F8-B45B0DB62BEC}" dt="2023-07-19T06:45:02.918" v="2598"/>
        <pc:sldMkLst>
          <pc:docMk/>
          <pc:sldMk cId="762388177" sldId="321"/>
        </pc:sldMkLst>
        <pc:picChg chg="del">
          <ac:chgData name="gui.ifsp11@gmail.com" userId="S::urn:spo:guest#gui.ifsp11@gmail.com::" providerId="AD" clId="Web-{FCD01219-688B-AFD1-70F8-B45B0DB62BEC}" dt="2023-07-19T06:45:02.918" v="2598"/>
          <ac:picMkLst>
            <pc:docMk/>
            <pc:sldMk cId="762388177" sldId="321"/>
            <ac:picMk id="2" creationId="{48F3984A-5F03-3C46-104B-9C25122967BA}"/>
          </ac:picMkLst>
        </pc:picChg>
        <pc:picChg chg="add mod">
          <ac:chgData name="gui.ifsp11@gmail.com" userId="S::urn:spo:guest#gui.ifsp11@gmail.com::" providerId="AD" clId="Web-{FCD01219-688B-AFD1-70F8-B45B0DB62BEC}" dt="2023-07-19T06:45:01.715" v="2597" actId="14100"/>
          <ac:picMkLst>
            <pc:docMk/>
            <pc:sldMk cId="762388177" sldId="321"/>
            <ac:picMk id="4" creationId="{E45EC041-1EDC-4EA9-73C3-FADEC1279959}"/>
          </ac:picMkLst>
        </pc:picChg>
      </pc:sldChg>
      <pc:sldChg chg="addSp delSp modSp add replId">
        <pc:chgData name="gui.ifsp11@gmail.com" userId="S::urn:spo:guest#gui.ifsp11@gmail.com::" providerId="AD" clId="Web-{FCD01219-688B-AFD1-70F8-B45B0DB62BEC}" dt="2023-07-19T06:49:58.303" v="2673"/>
        <pc:sldMkLst>
          <pc:docMk/>
          <pc:sldMk cId="3661505826" sldId="322"/>
        </pc:sldMkLst>
        <pc:picChg chg="add mod ord">
          <ac:chgData name="gui.ifsp11@gmail.com" userId="S::urn:spo:guest#gui.ifsp11@gmail.com::" providerId="AD" clId="Web-{FCD01219-688B-AFD1-70F8-B45B0DB62BEC}" dt="2023-07-19T06:49:55.037" v="2672"/>
          <ac:picMkLst>
            <pc:docMk/>
            <pc:sldMk cId="3661505826" sldId="322"/>
            <ac:picMk id="2" creationId="{780986C1-CDFF-4363-0D91-183A51011E43}"/>
          </ac:picMkLst>
        </pc:picChg>
        <pc:picChg chg="del">
          <ac:chgData name="gui.ifsp11@gmail.com" userId="S::urn:spo:guest#gui.ifsp11@gmail.com::" providerId="AD" clId="Web-{FCD01219-688B-AFD1-70F8-B45B0DB62BEC}" dt="2023-07-19T06:49:58.303" v="2673"/>
          <ac:picMkLst>
            <pc:docMk/>
            <pc:sldMk cId="3661505826" sldId="322"/>
            <ac:picMk id="4" creationId="{E45EC041-1EDC-4EA9-73C3-FADEC1279959}"/>
          </ac:picMkLst>
        </pc:picChg>
      </pc:sldChg>
      <pc:sldChg chg="modSp add replId">
        <pc:chgData name="gui.ifsp11@gmail.com" userId="S::urn:spo:guest#gui.ifsp11@gmail.com::" providerId="AD" clId="Web-{FCD01219-688B-AFD1-70F8-B45B0DB62BEC}" dt="2023-07-19T06:47:09.767" v="2668" actId="20577"/>
        <pc:sldMkLst>
          <pc:docMk/>
          <pc:sldMk cId="3071487662" sldId="323"/>
        </pc:sldMkLst>
        <pc:spChg chg="mod">
          <ac:chgData name="gui.ifsp11@gmail.com" userId="S::urn:spo:guest#gui.ifsp11@gmail.com::" providerId="AD" clId="Web-{FCD01219-688B-AFD1-70F8-B45B0DB62BEC}" dt="2023-07-19T06:47:09.767" v="2668" actId="20577"/>
          <ac:spMkLst>
            <pc:docMk/>
            <pc:sldMk cId="3071487662" sldId="323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FCD01219-688B-AFD1-70F8-B45B0DB62BEC}" dt="2023-07-19T06:46:32.217" v="2606" actId="20577"/>
          <ac:spMkLst>
            <pc:docMk/>
            <pc:sldMk cId="3071487662" sldId="323"/>
            <ac:spMk id="204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FCD01219-688B-AFD1-70F8-B45B0DB62BEC}" dt="2023-07-19T06:56:25.172" v="2909" actId="20577"/>
        <pc:sldMkLst>
          <pc:docMk/>
          <pc:sldMk cId="1690004142" sldId="324"/>
        </pc:sldMkLst>
        <pc:spChg chg="mod">
          <ac:chgData name="gui.ifsp11@gmail.com" userId="S::urn:spo:guest#gui.ifsp11@gmail.com::" providerId="AD" clId="Web-{FCD01219-688B-AFD1-70F8-B45B0DB62BEC}" dt="2023-07-19T06:56:25.172" v="2909" actId="20577"/>
          <ac:spMkLst>
            <pc:docMk/>
            <pc:sldMk cId="1690004142" sldId="324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FCD01219-688B-AFD1-70F8-B45B0DB62BEC}" dt="2023-07-19T06:52:04.541" v="2695" actId="20577"/>
          <ac:spMkLst>
            <pc:docMk/>
            <pc:sldMk cId="1690004142" sldId="324"/>
            <ac:spMk id="204" creationId="{00000000-0000-0000-0000-000000000000}"/>
          </ac:spMkLst>
        </pc:spChg>
      </pc:sldChg>
    </pc:docChg>
  </pc:docChgLst>
  <pc:docChgLst>
    <pc:chgData name="gui.ifsp11@gmail.com" userId="S::urn:spo:guest#gui.ifsp11@gmail.com::" providerId="AD" clId="Web-{9F78E95D-00A8-E5A4-F5ED-FE1DE09DD6C2}"/>
    <pc:docChg chg="addSld delSld modSld sldOrd">
      <pc:chgData name="gui.ifsp11@gmail.com" userId="S::urn:spo:guest#gui.ifsp11@gmail.com::" providerId="AD" clId="Web-{9F78E95D-00A8-E5A4-F5ED-FE1DE09DD6C2}" dt="2023-11-19T21:04:48.177" v="890" actId="20577"/>
      <pc:docMkLst>
        <pc:docMk/>
      </pc:docMkLst>
      <pc:sldChg chg="modSp">
        <pc:chgData name="gui.ifsp11@gmail.com" userId="S::urn:spo:guest#gui.ifsp11@gmail.com::" providerId="AD" clId="Web-{9F78E95D-00A8-E5A4-F5ED-FE1DE09DD6C2}" dt="2023-11-19T21:01:01.219" v="694" actId="20577"/>
        <pc:sldMkLst>
          <pc:docMk/>
          <pc:sldMk cId="0" sldId="264"/>
        </pc:sldMkLst>
        <pc:spChg chg="mod">
          <ac:chgData name="gui.ifsp11@gmail.com" userId="S::urn:spo:guest#gui.ifsp11@gmail.com::" providerId="AD" clId="Web-{9F78E95D-00A8-E5A4-F5ED-FE1DE09DD6C2}" dt="2023-11-19T21:01:01.219" v="694" actId="20577"/>
          <ac:spMkLst>
            <pc:docMk/>
            <pc:sldMk cId="0" sldId="264"/>
            <ac:spMk id="184" creationId="{00000000-0000-0000-0000-000000000000}"/>
          </ac:spMkLst>
        </pc:spChg>
      </pc:sldChg>
      <pc:sldChg chg="modSp">
        <pc:chgData name="gui.ifsp11@gmail.com" userId="S::urn:spo:guest#gui.ifsp11@gmail.com::" providerId="AD" clId="Web-{9F78E95D-00A8-E5A4-F5ED-FE1DE09DD6C2}" dt="2023-11-19T20:11:11.384" v="3" actId="20577"/>
        <pc:sldMkLst>
          <pc:docMk/>
          <pc:sldMk cId="0" sldId="266"/>
        </pc:sldMkLst>
        <pc:spChg chg="mod">
          <ac:chgData name="gui.ifsp11@gmail.com" userId="S::urn:spo:guest#gui.ifsp11@gmail.com::" providerId="AD" clId="Web-{9F78E95D-00A8-E5A4-F5ED-FE1DE09DD6C2}" dt="2023-11-19T20:11:11.384" v="3" actId="20577"/>
          <ac:spMkLst>
            <pc:docMk/>
            <pc:sldMk cId="0" sldId="266"/>
            <ac:spMk id="203" creationId="{00000000-0000-0000-0000-000000000000}"/>
          </ac:spMkLst>
        </pc:spChg>
      </pc:sldChg>
      <pc:sldChg chg="modSp ord">
        <pc:chgData name="gui.ifsp11@gmail.com" userId="S::urn:spo:guest#gui.ifsp11@gmail.com::" providerId="AD" clId="Web-{9F78E95D-00A8-E5A4-F5ED-FE1DE09DD6C2}" dt="2023-11-19T21:03:19.847" v="806" actId="20577"/>
        <pc:sldMkLst>
          <pc:docMk/>
          <pc:sldMk cId="2829306371" sldId="326"/>
        </pc:sldMkLst>
        <pc:spChg chg="mod">
          <ac:chgData name="gui.ifsp11@gmail.com" userId="S::urn:spo:guest#gui.ifsp11@gmail.com::" providerId="AD" clId="Web-{9F78E95D-00A8-E5A4-F5ED-FE1DE09DD6C2}" dt="2023-11-19T21:03:19.847" v="806" actId="20577"/>
          <ac:spMkLst>
            <pc:docMk/>
            <pc:sldMk cId="2829306371" sldId="326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9F78E95D-00A8-E5A4-F5ED-FE1DE09DD6C2}" dt="2023-11-19T21:02:26.470" v="741" actId="20577"/>
          <ac:spMkLst>
            <pc:docMk/>
            <pc:sldMk cId="2829306371" sldId="326"/>
            <ac:spMk id="204" creationId="{00000000-0000-0000-0000-000000000000}"/>
          </ac:spMkLst>
        </pc:spChg>
      </pc:sldChg>
      <pc:sldChg chg="del">
        <pc:chgData name="gui.ifsp11@gmail.com" userId="S::urn:spo:guest#gui.ifsp11@gmail.com::" providerId="AD" clId="Web-{9F78E95D-00A8-E5A4-F5ED-FE1DE09DD6C2}" dt="2023-11-19T20:26:15.255" v="290"/>
        <pc:sldMkLst>
          <pc:docMk/>
          <pc:sldMk cId="4139846897" sldId="359"/>
        </pc:sldMkLst>
      </pc:sldChg>
      <pc:sldChg chg="modSp add replId">
        <pc:chgData name="gui.ifsp11@gmail.com" userId="S::urn:spo:guest#gui.ifsp11@gmail.com::" providerId="AD" clId="Web-{9F78E95D-00A8-E5A4-F5ED-FE1DE09DD6C2}" dt="2023-11-19T20:14:46.358" v="219" actId="20577"/>
        <pc:sldMkLst>
          <pc:docMk/>
          <pc:sldMk cId="1872516008" sldId="360"/>
        </pc:sldMkLst>
        <pc:spChg chg="mod">
          <ac:chgData name="gui.ifsp11@gmail.com" userId="S::urn:spo:guest#gui.ifsp11@gmail.com::" providerId="AD" clId="Web-{9F78E95D-00A8-E5A4-F5ED-FE1DE09DD6C2}" dt="2023-11-19T20:14:46.358" v="219" actId="20577"/>
          <ac:spMkLst>
            <pc:docMk/>
            <pc:sldMk cId="1872516008" sldId="360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9F78E95D-00A8-E5A4-F5ED-FE1DE09DD6C2}" dt="2023-11-19T20:11:36.525" v="20" actId="20577"/>
          <ac:spMkLst>
            <pc:docMk/>
            <pc:sldMk cId="1872516008" sldId="360"/>
            <ac:spMk id="204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9F78E95D-00A8-E5A4-F5ED-FE1DE09DD6C2}" dt="2023-11-19T20:16:20.032" v="241" actId="20577"/>
        <pc:sldMkLst>
          <pc:docMk/>
          <pc:sldMk cId="3461658194" sldId="361"/>
        </pc:sldMkLst>
        <pc:spChg chg="mod">
          <ac:chgData name="gui.ifsp11@gmail.com" userId="S::urn:spo:guest#gui.ifsp11@gmail.com::" providerId="AD" clId="Web-{9F78E95D-00A8-E5A4-F5ED-FE1DE09DD6C2}" dt="2023-11-19T20:16:20.032" v="241" actId="20577"/>
          <ac:spMkLst>
            <pc:docMk/>
            <pc:sldMk cId="3461658194" sldId="361"/>
            <ac:spMk id="196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9F78E95D-00A8-E5A4-F5ED-FE1DE09DD6C2}" dt="2023-11-19T20:35:52.926" v="481" actId="20577"/>
        <pc:sldMkLst>
          <pc:docMk/>
          <pc:sldMk cId="3362684409" sldId="362"/>
        </pc:sldMkLst>
        <pc:spChg chg="mod">
          <ac:chgData name="gui.ifsp11@gmail.com" userId="S::urn:spo:guest#gui.ifsp11@gmail.com::" providerId="AD" clId="Web-{9F78E95D-00A8-E5A4-F5ED-FE1DE09DD6C2}" dt="2023-11-19T20:35:52.926" v="481" actId="20577"/>
          <ac:spMkLst>
            <pc:docMk/>
            <pc:sldMk cId="3362684409" sldId="362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9F78E95D-00A8-E5A4-F5ED-FE1DE09DD6C2}" dt="2023-11-19T20:21:15.264" v="280" actId="20577"/>
          <ac:spMkLst>
            <pc:docMk/>
            <pc:sldMk cId="3362684409" sldId="362"/>
            <ac:spMk id="204" creationId="{00000000-0000-0000-0000-000000000000}"/>
          </ac:spMkLst>
        </pc:spChg>
      </pc:sldChg>
      <pc:sldChg chg="addSp delSp modSp new mod setBg">
        <pc:chgData name="gui.ifsp11@gmail.com" userId="S::urn:spo:guest#gui.ifsp11@gmail.com::" providerId="AD" clId="Web-{9F78E95D-00A8-E5A4-F5ED-FE1DE09DD6C2}" dt="2023-11-19T20:20:34.309" v="267"/>
        <pc:sldMkLst>
          <pc:docMk/>
          <pc:sldMk cId="2106161384" sldId="363"/>
        </pc:sldMkLst>
        <pc:spChg chg="mod ord">
          <ac:chgData name="gui.ifsp11@gmail.com" userId="S::urn:spo:guest#gui.ifsp11@gmail.com::" providerId="AD" clId="Web-{9F78E95D-00A8-E5A4-F5ED-FE1DE09DD6C2}" dt="2023-11-19T20:20:34.309" v="267"/>
          <ac:spMkLst>
            <pc:docMk/>
            <pc:sldMk cId="2106161384" sldId="363"/>
            <ac:spMk id="2" creationId="{90F021FB-0445-ED17-512B-EB787367EB19}"/>
          </ac:spMkLst>
        </pc:spChg>
        <pc:spChg chg="add del">
          <ac:chgData name="gui.ifsp11@gmail.com" userId="S::urn:spo:guest#gui.ifsp11@gmail.com::" providerId="AD" clId="Web-{9F78E95D-00A8-E5A4-F5ED-FE1DE09DD6C2}" dt="2023-11-19T20:19:43.730" v="253"/>
          <ac:spMkLst>
            <pc:docMk/>
            <pc:sldMk cId="2106161384" sldId="363"/>
            <ac:spMk id="5" creationId="{F3060C83-F051-4F0E-ABAD-AA0DFC48B218}"/>
          </ac:spMkLst>
        </pc:spChg>
        <pc:spChg chg="add del">
          <ac:chgData name="gui.ifsp11@gmail.com" userId="S::urn:spo:guest#gui.ifsp11@gmail.com::" providerId="AD" clId="Web-{9F78E95D-00A8-E5A4-F5ED-FE1DE09DD6C2}" dt="2023-11-19T20:19:43.730" v="253"/>
          <ac:spMkLst>
            <pc:docMk/>
            <pc:sldMk cId="2106161384" sldId="363"/>
            <ac:spMk id="6" creationId="{83C98ABE-055B-441F-B07E-44F97F083C39}"/>
          </ac:spMkLst>
        </pc:spChg>
        <pc:spChg chg="add del">
          <ac:chgData name="gui.ifsp11@gmail.com" userId="S::urn:spo:guest#gui.ifsp11@gmail.com::" providerId="AD" clId="Web-{9F78E95D-00A8-E5A4-F5ED-FE1DE09DD6C2}" dt="2023-11-19T20:19:43.730" v="253"/>
          <ac:spMkLst>
            <pc:docMk/>
            <pc:sldMk cId="2106161384" sldId="363"/>
            <ac:spMk id="7" creationId="{29FDB030-9B49-4CED-8CCD-4D99382388AC}"/>
          </ac:spMkLst>
        </pc:spChg>
        <pc:spChg chg="add del">
          <ac:chgData name="gui.ifsp11@gmail.com" userId="S::urn:spo:guest#gui.ifsp11@gmail.com::" providerId="AD" clId="Web-{9F78E95D-00A8-E5A4-F5ED-FE1DE09DD6C2}" dt="2023-11-19T20:19:33.058" v="247"/>
          <ac:spMkLst>
            <pc:docMk/>
            <pc:sldMk cId="2106161384" sldId="363"/>
            <ac:spMk id="8" creationId="{42A4FC2C-047E-45A5-965D-8E1E3BF09BC6}"/>
          </ac:spMkLst>
        </pc:spChg>
        <pc:spChg chg="add del">
          <ac:chgData name="gui.ifsp11@gmail.com" userId="S::urn:spo:guest#gui.ifsp11@gmail.com::" providerId="AD" clId="Web-{9F78E95D-00A8-E5A4-F5ED-FE1DE09DD6C2}" dt="2023-11-19T20:19:43.730" v="253"/>
          <ac:spMkLst>
            <pc:docMk/>
            <pc:sldMk cId="2106161384" sldId="363"/>
            <ac:spMk id="9" creationId="{3783CA14-24A1-485C-8B30-D6A5D87987AD}"/>
          </ac:spMkLst>
        </pc:spChg>
        <pc:spChg chg="add del">
          <ac:chgData name="gui.ifsp11@gmail.com" userId="S::urn:spo:guest#gui.ifsp11@gmail.com::" providerId="AD" clId="Web-{9F78E95D-00A8-E5A4-F5ED-FE1DE09DD6C2}" dt="2023-11-19T20:19:37.792" v="249"/>
          <ac:spMkLst>
            <pc:docMk/>
            <pc:sldMk cId="2106161384" sldId="363"/>
            <ac:spMk id="10" creationId="{83C98ABE-055B-441F-B07E-44F97F083C39}"/>
          </ac:spMkLst>
        </pc:spChg>
        <pc:spChg chg="add del">
          <ac:chgData name="gui.ifsp11@gmail.com" userId="S::urn:spo:guest#gui.ifsp11@gmail.com::" providerId="AD" clId="Web-{9F78E95D-00A8-E5A4-F5ED-FE1DE09DD6C2}" dt="2023-11-19T20:19:37.792" v="249"/>
          <ac:spMkLst>
            <pc:docMk/>
            <pc:sldMk cId="2106161384" sldId="363"/>
            <ac:spMk id="11" creationId="{F3060C83-F051-4F0E-ABAD-AA0DFC48B218}"/>
          </ac:spMkLst>
        </pc:spChg>
        <pc:spChg chg="add del">
          <ac:chgData name="gui.ifsp11@gmail.com" userId="S::urn:spo:guest#gui.ifsp11@gmail.com::" providerId="AD" clId="Web-{9F78E95D-00A8-E5A4-F5ED-FE1DE09DD6C2}" dt="2023-11-19T20:19:37.792" v="249"/>
          <ac:spMkLst>
            <pc:docMk/>
            <pc:sldMk cId="2106161384" sldId="363"/>
            <ac:spMk id="12" creationId="{29FDB030-9B49-4CED-8CCD-4D99382388AC}"/>
          </ac:spMkLst>
        </pc:spChg>
        <pc:spChg chg="add del">
          <ac:chgData name="gui.ifsp11@gmail.com" userId="S::urn:spo:guest#gui.ifsp11@gmail.com::" providerId="AD" clId="Web-{9F78E95D-00A8-E5A4-F5ED-FE1DE09DD6C2}" dt="2023-11-19T20:19:43.730" v="253"/>
          <ac:spMkLst>
            <pc:docMk/>
            <pc:sldMk cId="2106161384" sldId="363"/>
            <ac:spMk id="13" creationId="{9A97C86A-04D6-40F7-AE84-31AB43E6A846}"/>
          </ac:spMkLst>
        </pc:spChg>
        <pc:spChg chg="add del">
          <ac:chgData name="gui.ifsp11@gmail.com" userId="S::urn:spo:guest#gui.ifsp11@gmail.com::" providerId="AD" clId="Web-{9F78E95D-00A8-E5A4-F5ED-FE1DE09DD6C2}" dt="2023-11-19T20:19:37.792" v="249"/>
          <ac:spMkLst>
            <pc:docMk/>
            <pc:sldMk cId="2106161384" sldId="363"/>
            <ac:spMk id="14" creationId="{3783CA14-24A1-485C-8B30-D6A5D87987AD}"/>
          </ac:spMkLst>
        </pc:spChg>
        <pc:spChg chg="add del">
          <ac:chgData name="gui.ifsp11@gmail.com" userId="S::urn:spo:guest#gui.ifsp11@gmail.com::" providerId="AD" clId="Web-{9F78E95D-00A8-E5A4-F5ED-FE1DE09DD6C2}" dt="2023-11-19T20:19:43.730" v="253"/>
          <ac:spMkLst>
            <pc:docMk/>
            <pc:sldMk cId="2106161384" sldId="363"/>
            <ac:spMk id="15" creationId="{FF9F2414-84E8-453E-B1F3-389FDE8192D9}"/>
          </ac:spMkLst>
        </pc:spChg>
        <pc:spChg chg="add del">
          <ac:chgData name="gui.ifsp11@gmail.com" userId="S::urn:spo:guest#gui.ifsp11@gmail.com::" providerId="AD" clId="Web-{9F78E95D-00A8-E5A4-F5ED-FE1DE09DD6C2}" dt="2023-11-19T20:19:37.792" v="249"/>
          <ac:spMkLst>
            <pc:docMk/>
            <pc:sldMk cId="2106161384" sldId="363"/>
            <ac:spMk id="16" creationId="{9A97C86A-04D6-40F7-AE84-31AB43E6A846}"/>
          </ac:spMkLst>
        </pc:spChg>
        <pc:spChg chg="add del">
          <ac:chgData name="gui.ifsp11@gmail.com" userId="S::urn:spo:guest#gui.ifsp11@gmail.com::" providerId="AD" clId="Web-{9F78E95D-00A8-E5A4-F5ED-FE1DE09DD6C2}" dt="2023-11-19T20:19:43.730" v="253"/>
          <ac:spMkLst>
            <pc:docMk/>
            <pc:sldMk cId="2106161384" sldId="363"/>
            <ac:spMk id="17" creationId="{3ECA69A1-7536-43AC-85EF-C7106179F5ED}"/>
          </ac:spMkLst>
        </pc:spChg>
        <pc:spChg chg="add del">
          <ac:chgData name="gui.ifsp11@gmail.com" userId="S::urn:spo:guest#gui.ifsp11@gmail.com::" providerId="AD" clId="Web-{9F78E95D-00A8-E5A4-F5ED-FE1DE09DD6C2}" dt="2023-11-19T20:19:37.792" v="249"/>
          <ac:spMkLst>
            <pc:docMk/>
            <pc:sldMk cId="2106161384" sldId="363"/>
            <ac:spMk id="18" creationId="{FF9F2414-84E8-453E-B1F3-389FDE8192D9}"/>
          </ac:spMkLst>
        </pc:spChg>
        <pc:spChg chg="add del">
          <ac:chgData name="gui.ifsp11@gmail.com" userId="S::urn:spo:guest#gui.ifsp11@gmail.com::" providerId="AD" clId="Web-{9F78E95D-00A8-E5A4-F5ED-FE1DE09DD6C2}" dt="2023-11-19T20:19:46.183" v="255"/>
          <ac:spMkLst>
            <pc:docMk/>
            <pc:sldMk cId="2106161384" sldId="363"/>
            <ac:spMk id="19" creationId="{AB8C311F-7253-4AED-9701-7FC0708C41C7}"/>
          </ac:spMkLst>
        </pc:spChg>
        <pc:spChg chg="add del">
          <ac:chgData name="gui.ifsp11@gmail.com" userId="S::urn:spo:guest#gui.ifsp11@gmail.com::" providerId="AD" clId="Web-{9F78E95D-00A8-E5A4-F5ED-FE1DE09DD6C2}" dt="2023-11-19T20:19:37.792" v="249"/>
          <ac:spMkLst>
            <pc:docMk/>
            <pc:sldMk cId="2106161384" sldId="363"/>
            <ac:spMk id="20" creationId="{3ECA69A1-7536-43AC-85EF-C7106179F5ED}"/>
          </ac:spMkLst>
        </pc:spChg>
        <pc:spChg chg="add del">
          <ac:chgData name="gui.ifsp11@gmail.com" userId="S::urn:spo:guest#gui.ifsp11@gmail.com::" providerId="AD" clId="Web-{9F78E95D-00A8-E5A4-F5ED-FE1DE09DD6C2}" dt="2023-11-19T20:19:46.183" v="255"/>
          <ac:spMkLst>
            <pc:docMk/>
            <pc:sldMk cId="2106161384" sldId="363"/>
            <ac:spMk id="21" creationId="{E2384209-CB15-4CDF-9D31-C44FD9A3F20D}"/>
          </ac:spMkLst>
        </pc:spChg>
        <pc:spChg chg="add del">
          <ac:chgData name="gui.ifsp11@gmail.com" userId="S::urn:spo:guest#gui.ifsp11@gmail.com::" providerId="AD" clId="Web-{9F78E95D-00A8-E5A4-F5ED-FE1DE09DD6C2}" dt="2023-11-19T20:19:46.183" v="255"/>
          <ac:spMkLst>
            <pc:docMk/>
            <pc:sldMk cId="2106161384" sldId="363"/>
            <ac:spMk id="22" creationId="{2633B3B5-CC90-43F0-8714-D31D1F3F0209}"/>
          </ac:spMkLst>
        </pc:spChg>
        <pc:spChg chg="add del">
          <ac:chgData name="gui.ifsp11@gmail.com" userId="S::urn:spo:guest#gui.ifsp11@gmail.com::" providerId="AD" clId="Web-{9F78E95D-00A8-E5A4-F5ED-FE1DE09DD6C2}" dt="2023-11-19T20:19:46.183" v="255"/>
          <ac:spMkLst>
            <pc:docMk/>
            <pc:sldMk cId="2106161384" sldId="363"/>
            <ac:spMk id="23" creationId="{A8D57A06-A426-446D-B02C-A2DC6B62E45E}"/>
          </ac:spMkLst>
        </pc:spChg>
        <pc:spChg chg="add del">
          <ac:chgData name="gui.ifsp11@gmail.com" userId="S::urn:spo:guest#gui.ifsp11@gmail.com::" providerId="AD" clId="Web-{9F78E95D-00A8-E5A4-F5ED-FE1DE09DD6C2}" dt="2023-11-19T20:19:57.324" v="261"/>
          <ac:spMkLst>
            <pc:docMk/>
            <pc:sldMk cId="2106161384" sldId="363"/>
            <ac:spMk id="24" creationId="{32BC26D8-82FB-445E-AA49-62A77D7C1EE0}"/>
          </ac:spMkLst>
        </pc:spChg>
        <pc:spChg chg="add del">
          <ac:chgData name="gui.ifsp11@gmail.com" userId="S::urn:spo:guest#gui.ifsp11@gmail.com::" providerId="AD" clId="Web-{9F78E95D-00A8-E5A4-F5ED-FE1DE09DD6C2}" dt="2023-11-19T20:19:52.668" v="257"/>
          <ac:spMkLst>
            <pc:docMk/>
            <pc:sldMk cId="2106161384" sldId="363"/>
            <ac:spMk id="25" creationId="{AB8C311F-7253-4AED-9701-7FC0708C41C7}"/>
          </ac:spMkLst>
        </pc:spChg>
        <pc:spChg chg="add del">
          <ac:chgData name="gui.ifsp11@gmail.com" userId="S::urn:spo:guest#gui.ifsp11@gmail.com::" providerId="AD" clId="Web-{9F78E95D-00A8-E5A4-F5ED-FE1DE09DD6C2}" dt="2023-11-19T20:19:52.668" v="257"/>
          <ac:spMkLst>
            <pc:docMk/>
            <pc:sldMk cId="2106161384" sldId="363"/>
            <ac:spMk id="26" creationId="{E2384209-CB15-4CDF-9D31-C44FD9A3F20D}"/>
          </ac:spMkLst>
        </pc:spChg>
        <pc:spChg chg="add del">
          <ac:chgData name="gui.ifsp11@gmail.com" userId="S::urn:spo:guest#gui.ifsp11@gmail.com::" providerId="AD" clId="Web-{9F78E95D-00A8-E5A4-F5ED-FE1DE09DD6C2}" dt="2023-11-19T20:19:52.668" v="257"/>
          <ac:spMkLst>
            <pc:docMk/>
            <pc:sldMk cId="2106161384" sldId="363"/>
            <ac:spMk id="27" creationId="{2633B3B5-CC90-43F0-8714-D31D1F3F0209}"/>
          </ac:spMkLst>
        </pc:spChg>
        <pc:spChg chg="add del">
          <ac:chgData name="gui.ifsp11@gmail.com" userId="S::urn:spo:guest#gui.ifsp11@gmail.com::" providerId="AD" clId="Web-{9F78E95D-00A8-E5A4-F5ED-FE1DE09DD6C2}" dt="2023-11-19T20:19:52.668" v="257"/>
          <ac:spMkLst>
            <pc:docMk/>
            <pc:sldMk cId="2106161384" sldId="363"/>
            <ac:spMk id="28" creationId="{A8D57A06-A426-446D-B02C-A2DC6B62E45E}"/>
          </ac:spMkLst>
        </pc:spChg>
        <pc:spChg chg="add del">
          <ac:chgData name="gui.ifsp11@gmail.com" userId="S::urn:spo:guest#gui.ifsp11@gmail.com::" providerId="AD" clId="Web-{9F78E95D-00A8-E5A4-F5ED-FE1DE09DD6C2}" dt="2023-11-19T20:19:57.324" v="261"/>
          <ac:spMkLst>
            <pc:docMk/>
            <pc:sldMk cId="2106161384" sldId="363"/>
            <ac:spMk id="29" creationId="{CB44330D-EA18-4254-AA95-EB49948539B8}"/>
          </ac:spMkLst>
        </pc:spChg>
        <pc:spChg chg="add del">
          <ac:chgData name="gui.ifsp11@gmail.com" userId="S::urn:spo:guest#gui.ifsp11@gmail.com::" providerId="AD" clId="Web-{9F78E95D-00A8-E5A4-F5ED-FE1DE09DD6C2}" dt="2023-11-19T20:19:59.730" v="263"/>
          <ac:spMkLst>
            <pc:docMk/>
            <pc:sldMk cId="2106161384" sldId="363"/>
            <ac:spMk id="31" creationId="{F3060C83-F051-4F0E-ABAD-AA0DFC48B218}"/>
          </ac:spMkLst>
        </pc:spChg>
        <pc:spChg chg="add del">
          <ac:chgData name="gui.ifsp11@gmail.com" userId="S::urn:spo:guest#gui.ifsp11@gmail.com::" providerId="AD" clId="Web-{9F78E95D-00A8-E5A4-F5ED-FE1DE09DD6C2}" dt="2023-11-19T20:19:59.730" v="263"/>
          <ac:spMkLst>
            <pc:docMk/>
            <pc:sldMk cId="2106161384" sldId="363"/>
            <ac:spMk id="32" creationId="{83C98ABE-055B-441F-B07E-44F97F083C39}"/>
          </ac:spMkLst>
        </pc:spChg>
        <pc:spChg chg="add del">
          <ac:chgData name="gui.ifsp11@gmail.com" userId="S::urn:spo:guest#gui.ifsp11@gmail.com::" providerId="AD" clId="Web-{9F78E95D-00A8-E5A4-F5ED-FE1DE09DD6C2}" dt="2023-11-19T20:19:59.730" v="263"/>
          <ac:spMkLst>
            <pc:docMk/>
            <pc:sldMk cId="2106161384" sldId="363"/>
            <ac:spMk id="33" creationId="{29FDB030-9B49-4CED-8CCD-4D99382388AC}"/>
          </ac:spMkLst>
        </pc:spChg>
        <pc:spChg chg="add del">
          <ac:chgData name="gui.ifsp11@gmail.com" userId="S::urn:spo:guest#gui.ifsp11@gmail.com::" providerId="AD" clId="Web-{9F78E95D-00A8-E5A4-F5ED-FE1DE09DD6C2}" dt="2023-11-19T20:19:59.730" v="263"/>
          <ac:spMkLst>
            <pc:docMk/>
            <pc:sldMk cId="2106161384" sldId="363"/>
            <ac:spMk id="34" creationId="{3783CA14-24A1-485C-8B30-D6A5D87987AD}"/>
          </ac:spMkLst>
        </pc:spChg>
        <pc:spChg chg="add del">
          <ac:chgData name="gui.ifsp11@gmail.com" userId="S::urn:spo:guest#gui.ifsp11@gmail.com::" providerId="AD" clId="Web-{9F78E95D-00A8-E5A4-F5ED-FE1DE09DD6C2}" dt="2023-11-19T20:19:59.730" v="263"/>
          <ac:spMkLst>
            <pc:docMk/>
            <pc:sldMk cId="2106161384" sldId="363"/>
            <ac:spMk id="35" creationId="{9A97C86A-04D6-40F7-AE84-31AB43E6A846}"/>
          </ac:spMkLst>
        </pc:spChg>
        <pc:spChg chg="add del">
          <ac:chgData name="gui.ifsp11@gmail.com" userId="S::urn:spo:guest#gui.ifsp11@gmail.com::" providerId="AD" clId="Web-{9F78E95D-00A8-E5A4-F5ED-FE1DE09DD6C2}" dt="2023-11-19T20:19:59.730" v="263"/>
          <ac:spMkLst>
            <pc:docMk/>
            <pc:sldMk cId="2106161384" sldId="363"/>
            <ac:spMk id="36" creationId="{FF9F2414-84E8-453E-B1F3-389FDE8192D9}"/>
          </ac:spMkLst>
        </pc:spChg>
        <pc:spChg chg="add del">
          <ac:chgData name="gui.ifsp11@gmail.com" userId="S::urn:spo:guest#gui.ifsp11@gmail.com::" providerId="AD" clId="Web-{9F78E95D-00A8-E5A4-F5ED-FE1DE09DD6C2}" dt="2023-11-19T20:19:59.730" v="263"/>
          <ac:spMkLst>
            <pc:docMk/>
            <pc:sldMk cId="2106161384" sldId="363"/>
            <ac:spMk id="37" creationId="{3ECA69A1-7536-43AC-85EF-C7106179F5ED}"/>
          </ac:spMkLst>
        </pc:spChg>
        <pc:spChg chg="add del">
          <ac:chgData name="gui.ifsp11@gmail.com" userId="S::urn:spo:guest#gui.ifsp11@gmail.com::" providerId="AD" clId="Web-{9F78E95D-00A8-E5A4-F5ED-FE1DE09DD6C2}" dt="2023-11-19T20:20:04.746" v="265"/>
          <ac:spMkLst>
            <pc:docMk/>
            <pc:sldMk cId="2106161384" sldId="363"/>
            <ac:spMk id="39" creationId="{42A4FC2C-047E-45A5-965D-8E1E3BF09BC6}"/>
          </ac:spMkLst>
        </pc:spChg>
        <pc:spChg chg="add del">
          <ac:chgData name="gui.ifsp11@gmail.com" userId="S::urn:spo:guest#gui.ifsp11@gmail.com::" providerId="AD" clId="Web-{9F78E95D-00A8-E5A4-F5ED-FE1DE09DD6C2}" dt="2023-11-19T20:20:34.309" v="267"/>
          <ac:spMkLst>
            <pc:docMk/>
            <pc:sldMk cId="2106161384" sldId="363"/>
            <ac:spMk id="41" creationId="{AB8C311F-7253-4AED-9701-7FC0708C41C7}"/>
          </ac:spMkLst>
        </pc:spChg>
        <pc:spChg chg="add del">
          <ac:chgData name="gui.ifsp11@gmail.com" userId="S::urn:spo:guest#gui.ifsp11@gmail.com::" providerId="AD" clId="Web-{9F78E95D-00A8-E5A4-F5ED-FE1DE09DD6C2}" dt="2023-11-19T20:20:34.309" v="267"/>
          <ac:spMkLst>
            <pc:docMk/>
            <pc:sldMk cId="2106161384" sldId="363"/>
            <ac:spMk id="42" creationId="{E2384209-CB15-4CDF-9D31-C44FD9A3F20D}"/>
          </ac:spMkLst>
        </pc:spChg>
        <pc:spChg chg="add del">
          <ac:chgData name="gui.ifsp11@gmail.com" userId="S::urn:spo:guest#gui.ifsp11@gmail.com::" providerId="AD" clId="Web-{9F78E95D-00A8-E5A4-F5ED-FE1DE09DD6C2}" dt="2023-11-19T20:20:34.309" v="267"/>
          <ac:spMkLst>
            <pc:docMk/>
            <pc:sldMk cId="2106161384" sldId="363"/>
            <ac:spMk id="43" creationId="{2633B3B5-CC90-43F0-8714-D31D1F3F0209}"/>
          </ac:spMkLst>
        </pc:spChg>
        <pc:spChg chg="add del">
          <ac:chgData name="gui.ifsp11@gmail.com" userId="S::urn:spo:guest#gui.ifsp11@gmail.com::" providerId="AD" clId="Web-{9F78E95D-00A8-E5A4-F5ED-FE1DE09DD6C2}" dt="2023-11-19T20:20:34.309" v="267"/>
          <ac:spMkLst>
            <pc:docMk/>
            <pc:sldMk cId="2106161384" sldId="363"/>
            <ac:spMk id="44" creationId="{A8D57A06-A426-446D-B02C-A2DC6B62E45E}"/>
          </ac:spMkLst>
        </pc:spChg>
        <pc:spChg chg="add">
          <ac:chgData name="gui.ifsp11@gmail.com" userId="S::urn:spo:guest#gui.ifsp11@gmail.com::" providerId="AD" clId="Web-{9F78E95D-00A8-E5A4-F5ED-FE1DE09DD6C2}" dt="2023-11-19T20:20:34.309" v="267"/>
          <ac:spMkLst>
            <pc:docMk/>
            <pc:sldMk cId="2106161384" sldId="363"/>
            <ac:spMk id="49" creationId="{69D184B2-2226-4E31-BCCB-444330767440}"/>
          </ac:spMkLst>
        </pc:spChg>
        <pc:spChg chg="add">
          <ac:chgData name="gui.ifsp11@gmail.com" userId="S::urn:spo:guest#gui.ifsp11@gmail.com::" providerId="AD" clId="Web-{9F78E95D-00A8-E5A4-F5ED-FE1DE09DD6C2}" dt="2023-11-19T20:20:34.309" v="267"/>
          <ac:spMkLst>
            <pc:docMk/>
            <pc:sldMk cId="2106161384" sldId="363"/>
            <ac:spMk id="51" creationId="{1AC4D4E3-486A-464A-8EC8-D44881097267}"/>
          </ac:spMkLst>
        </pc:spChg>
        <pc:spChg chg="add">
          <ac:chgData name="gui.ifsp11@gmail.com" userId="S::urn:spo:guest#gui.ifsp11@gmail.com::" providerId="AD" clId="Web-{9F78E95D-00A8-E5A4-F5ED-FE1DE09DD6C2}" dt="2023-11-19T20:20:34.309" v="267"/>
          <ac:spMkLst>
            <pc:docMk/>
            <pc:sldMk cId="2106161384" sldId="363"/>
            <ac:spMk id="53" creationId="{864DE13E-58EB-4475-B79C-0D4FC651239B}"/>
          </ac:spMkLst>
        </pc:spChg>
        <pc:picChg chg="add mod">
          <ac:chgData name="gui.ifsp11@gmail.com" userId="S::urn:spo:guest#gui.ifsp11@gmail.com::" providerId="AD" clId="Web-{9F78E95D-00A8-E5A4-F5ED-FE1DE09DD6C2}" dt="2023-11-19T20:20:34.309" v="267"/>
          <ac:picMkLst>
            <pc:docMk/>
            <pc:sldMk cId="2106161384" sldId="363"/>
            <ac:picMk id="3" creationId="{CFD730D7-4B5E-D830-C41A-65DA581E8B90}"/>
          </ac:picMkLst>
        </pc:picChg>
      </pc:sldChg>
      <pc:sldChg chg="addSp modSp new mod setBg">
        <pc:chgData name="gui.ifsp11@gmail.com" userId="S::urn:spo:guest#gui.ifsp11@gmail.com::" providerId="AD" clId="Web-{9F78E95D-00A8-E5A4-F5ED-FE1DE09DD6C2}" dt="2023-11-19T20:27:03.553" v="297"/>
        <pc:sldMkLst>
          <pc:docMk/>
          <pc:sldMk cId="3263255116" sldId="364"/>
        </pc:sldMkLst>
        <pc:spChg chg="mod ord">
          <ac:chgData name="gui.ifsp11@gmail.com" userId="S::urn:spo:guest#gui.ifsp11@gmail.com::" providerId="AD" clId="Web-{9F78E95D-00A8-E5A4-F5ED-FE1DE09DD6C2}" dt="2023-11-19T20:27:03.553" v="297"/>
          <ac:spMkLst>
            <pc:docMk/>
            <pc:sldMk cId="3263255116" sldId="364"/>
            <ac:spMk id="2" creationId="{BABFB16D-92E2-ABD6-4C37-478B063911F5}"/>
          </ac:spMkLst>
        </pc:spChg>
        <pc:spChg chg="add">
          <ac:chgData name="gui.ifsp11@gmail.com" userId="S::urn:spo:guest#gui.ifsp11@gmail.com::" providerId="AD" clId="Web-{9F78E95D-00A8-E5A4-F5ED-FE1DE09DD6C2}" dt="2023-11-19T20:27:03.553" v="297"/>
          <ac:spMkLst>
            <pc:docMk/>
            <pc:sldMk cId="3263255116" sldId="364"/>
            <ac:spMk id="8" creationId="{69D184B2-2226-4E31-BCCB-444330767440}"/>
          </ac:spMkLst>
        </pc:spChg>
        <pc:spChg chg="add">
          <ac:chgData name="gui.ifsp11@gmail.com" userId="S::urn:spo:guest#gui.ifsp11@gmail.com::" providerId="AD" clId="Web-{9F78E95D-00A8-E5A4-F5ED-FE1DE09DD6C2}" dt="2023-11-19T20:27:03.553" v="297"/>
          <ac:spMkLst>
            <pc:docMk/>
            <pc:sldMk cId="3263255116" sldId="364"/>
            <ac:spMk id="10" creationId="{1AC4D4E3-486A-464A-8EC8-D44881097267}"/>
          </ac:spMkLst>
        </pc:spChg>
        <pc:spChg chg="add">
          <ac:chgData name="gui.ifsp11@gmail.com" userId="S::urn:spo:guest#gui.ifsp11@gmail.com::" providerId="AD" clId="Web-{9F78E95D-00A8-E5A4-F5ED-FE1DE09DD6C2}" dt="2023-11-19T20:27:03.553" v="297"/>
          <ac:spMkLst>
            <pc:docMk/>
            <pc:sldMk cId="3263255116" sldId="364"/>
            <ac:spMk id="12" creationId="{864DE13E-58EB-4475-B79C-0D4FC651239B}"/>
          </ac:spMkLst>
        </pc:spChg>
        <pc:picChg chg="add mod">
          <ac:chgData name="gui.ifsp11@gmail.com" userId="S::urn:spo:guest#gui.ifsp11@gmail.com::" providerId="AD" clId="Web-{9F78E95D-00A8-E5A4-F5ED-FE1DE09DD6C2}" dt="2023-11-19T20:27:03.553" v="297"/>
          <ac:picMkLst>
            <pc:docMk/>
            <pc:sldMk cId="3263255116" sldId="364"/>
            <ac:picMk id="3" creationId="{1BEBAE63-74B5-80BD-2930-36A37A843F8C}"/>
          </ac:picMkLst>
        </pc:picChg>
      </pc:sldChg>
      <pc:sldChg chg="add del replId">
        <pc:chgData name="gui.ifsp11@gmail.com" userId="S::urn:spo:guest#gui.ifsp11@gmail.com::" providerId="AD" clId="Web-{9F78E95D-00A8-E5A4-F5ED-FE1DE09DD6C2}" dt="2023-11-19T20:26:23.162" v="292"/>
        <pc:sldMkLst>
          <pc:docMk/>
          <pc:sldMk cId="4066781384" sldId="364"/>
        </pc:sldMkLst>
      </pc:sldChg>
      <pc:sldChg chg="modSp add ord replId">
        <pc:chgData name="gui.ifsp11@gmail.com" userId="S::urn:spo:guest#gui.ifsp11@gmail.com::" providerId="AD" clId="Web-{9F78E95D-00A8-E5A4-F5ED-FE1DE09DD6C2}" dt="2023-11-19T20:35:45.363" v="479" actId="20577"/>
        <pc:sldMkLst>
          <pc:docMk/>
          <pc:sldMk cId="600958512" sldId="365"/>
        </pc:sldMkLst>
        <pc:spChg chg="mod">
          <ac:chgData name="gui.ifsp11@gmail.com" userId="S::urn:spo:guest#gui.ifsp11@gmail.com::" providerId="AD" clId="Web-{9F78E95D-00A8-E5A4-F5ED-FE1DE09DD6C2}" dt="2023-11-19T20:35:45.363" v="479" actId="20577"/>
          <ac:spMkLst>
            <pc:docMk/>
            <pc:sldMk cId="600958512" sldId="365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9F78E95D-00A8-E5A4-F5ED-FE1DE09DD6C2}" dt="2023-11-19T20:28:56.150" v="320" actId="20577"/>
          <ac:spMkLst>
            <pc:docMk/>
            <pc:sldMk cId="600958512" sldId="365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9F78E95D-00A8-E5A4-F5ED-FE1DE09DD6C2}" dt="2023-11-19T20:38:14.632" v="639" actId="20577"/>
        <pc:sldMkLst>
          <pc:docMk/>
          <pc:sldMk cId="1180892413" sldId="366"/>
        </pc:sldMkLst>
        <pc:spChg chg="mod">
          <ac:chgData name="gui.ifsp11@gmail.com" userId="S::urn:spo:guest#gui.ifsp11@gmail.com::" providerId="AD" clId="Web-{9F78E95D-00A8-E5A4-F5ED-FE1DE09DD6C2}" dt="2023-11-19T20:38:14.632" v="639" actId="20577"/>
          <ac:spMkLst>
            <pc:docMk/>
            <pc:sldMk cId="1180892413" sldId="366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9F78E95D-00A8-E5A4-F5ED-FE1DE09DD6C2}" dt="2023-11-19T20:32:27.796" v="336" actId="20577"/>
          <ac:spMkLst>
            <pc:docMk/>
            <pc:sldMk cId="1180892413" sldId="366"/>
            <ac:spMk id="204" creationId="{00000000-0000-0000-0000-000000000000}"/>
          </ac:spMkLst>
        </pc:spChg>
      </pc:sldChg>
      <pc:sldChg chg="addSp delSp modSp new mod setBg">
        <pc:chgData name="gui.ifsp11@gmail.com" userId="S::urn:spo:guest#gui.ifsp11@gmail.com::" providerId="AD" clId="Web-{9F78E95D-00A8-E5A4-F5ED-FE1DE09DD6C2}" dt="2023-11-19T20:55:52.837" v="652"/>
        <pc:sldMkLst>
          <pc:docMk/>
          <pc:sldMk cId="3787011200" sldId="367"/>
        </pc:sldMkLst>
        <pc:spChg chg="mod ord">
          <ac:chgData name="gui.ifsp11@gmail.com" userId="S::urn:spo:guest#gui.ifsp11@gmail.com::" providerId="AD" clId="Web-{9F78E95D-00A8-E5A4-F5ED-FE1DE09DD6C2}" dt="2023-11-19T20:55:52.837" v="652"/>
          <ac:spMkLst>
            <pc:docMk/>
            <pc:sldMk cId="3787011200" sldId="367"/>
            <ac:spMk id="2" creationId="{C6BE556F-8F87-5B34-1422-3C15E15543B5}"/>
          </ac:spMkLst>
        </pc:spChg>
        <pc:spChg chg="add del">
          <ac:chgData name="gui.ifsp11@gmail.com" userId="S::urn:spo:guest#gui.ifsp11@gmail.com::" providerId="AD" clId="Web-{9F78E95D-00A8-E5A4-F5ED-FE1DE09DD6C2}" dt="2023-11-19T20:51:25.535" v="643"/>
          <ac:spMkLst>
            <pc:docMk/>
            <pc:sldMk cId="3787011200" sldId="367"/>
            <ac:spMk id="8" creationId="{42A4FC2C-047E-45A5-965D-8E1E3BF09BC6}"/>
          </ac:spMkLst>
        </pc:spChg>
        <pc:picChg chg="add del mod">
          <ac:chgData name="gui.ifsp11@gmail.com" userId="S::urn:spo:guest#gui.ifsp11@gmail.com::" providerId="AD" clId="Web-{9F78E95D-00A8-E5A4-F5ED-FE1DE09DD6C2}" dt="2023-11-19T20:51:26.582" v="644"/>
          <ac:picMkLst>
            <pc:docMk/>
            <pc:sldMk cId="3787011200" sldId="367"/>
            <ac:picMk id="3" creationId="{E0FEA515-91AA-6E31-D21A-CE9C5CAD464A}"/>
          </ac:picMkLst>
        </pc:picChg>
        <pc:picChg chg="add del mod">
          <ac:chgData name="gui.ifsp11@gmail.com" userId="S::urn:spo:guest#gui.ifsp11@gmail.com::" providerId="AD" clId="Web-{9F78E95D-00A8-E5A4-F5ED-FE1DE09DD6C2}" dt="2023-11-19T20:54:23.726" v="647"/>
          <ac:picMkLst>
            <pc:docMk/>
            <pc:sldMk cId="3787011200" sldId="367"/>
            <ac:picMk id="4" creationId="{5E373AA6-DABE-472B-250D-96741D39E0A5}"/>
          </ac:picMkLst>
        </pc:picChg>
        <pc:picChg chg="add del mod">
          <ac:chgData name="gui.ifsp11@gmail.com" userId="S::urn:spo:guest#gui.ifsp11@gmail.com::" providerId="AD" clId="Web-{9F78E95D-00A8-E5A4-F5ED-FE1DE09DD6C2}" dt="2023-11-19T20:55:38.181" v="650"/>
          <ac:picMkLst>
            <pc:docMk/>
            <pc:sldMk cId="3787011200" sldId="367"/>
            <ac:picMk id="5" creationId="{CFAC2ECF-BF50-373B-3A3B-27342DBA430E}"/>
          </ac:picMkLst>
        </pc:picChg>
        <pc:picChg chg="add mod">
          <ac:chgData name="gui.ifsp11@gmail.com" userId="S::urn:spo:guest#gui.ifsp11@gmail.com::" providerId="AD" clId="Web-{9F78E95D-00A8-E5A4-F5ED-FE1DE09DD6C2}" dt="2023-11-19T20:55:52.837" v="652"/>
          <ac:picMkLst>
            <pc:docMk/>
            <pc:sldMk cId="3787011200" sldId="367"/>
            <ac:picMk id="6" creationId="{2E126AEF-1583-4E5E-4EA5-BDE7877072B4}"/>
          </ac:picMkLst>
        </pc:picChg>
      </pc:sldChg>
      <pc:sldChg chg="modSp add ord replId">
        <pc:chgData name="gui.ifsp11@gmail.com" userId="S::urn:spo:guest#gui.ifsp11@gmail.com::" providerId="AD" clId="Web-{9F78E95D-00A8-E5A4-F5ED-FE1DE09DD6C2}" dt="2023-11-19T20:57:20.824" v="678" actId="20577"/>
        <pc:sldMkLst>
          <pc:docMk/>
          <pc:sldMk cId="3661451860" sldId="368"/>
        </pc:sldMkLst>
        <pc:spChg chg="mod">
          <ac:chgData name="gui.ifsp11@gmail.com" userId="S::urn:spo:guest#gui.ifsp11@gmail.com::" providerId="AD" clId="Web-{9F78E95D-00A8-E5A4-F5ED-FE1DE09DD6C2}" dt="2023-11-19T20:57:20.824" v="678" actId="20577"/>
          <ac:spMkLst>
            <pc:docMk/>
            <pc:sldMk cId="3661451860" sldId="368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9F78E95D-00A8-E5A4-F5ED-FE1DE09DD6C2}" dt="2023-11-19T20:57:04.167" v="674" actId="20577"/>
          <ac:spMkLst>
            <pc:docMk/>
            <pc:sldMk cId="3661451860" sldId="368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9F78E95D-00A8-E5A4-F5ED-FE1DE09DD6C2}" dt="2023-11-19T21:02:01.126" v="719" actId="20577"/>
        <pc:sldMkLst>
          <pc:docMk/>
          <pc:sldMk cId="2829081392" sldId="369"/>
        </pc:sldMkLst>
        <pc:spChg chg="mod">
          <ac:chgData name="gui.ifsp11@gmail.com" userId="S::urn:spo:guest#gui.ifsp11@gmail.com::" providerId="AD" clId="Web-{9F78E95D-00A8-E5A4-F5ED-FE1DE09DD6C2}" dt="2023-11-19T21:02:01.126" v="719" actId="20577"/>
          <ac:spMkLst>
            <pc:docMk/>
            <pc:sldMk cId="2829081392" sldId="369"/>
            <ac:spMk id="196" creationId="{00000000-0000-0000-0000-000000000000}"/>
          </ac:spMkLst>
        </pc:spChg>
      </pc:sldChg>
      <pc:sldChg chg="add replId">
        <pc:chgData name="gui.ifsp11@gmail.com" userId="S::urn:spo:guest#gui.ifsp11@gmail.com::" providerId="AD" clId="Web-{9F78E95D-00A8-E5A4-F5ED-FE1DE09DD6C2}" dt="2023-11-19T21:02:03.736" v="720"/>
        <pc:sldMkLst>
          <pc:docMk/>
          <pc:sldMk cId="4135022405" sldId="370"/>
        </pc:sldMkLst>
      </pc:sldChg>
      <pc:sldChg chg="modSp add replId">
        <pc:chgData name="gui.ifsp11@gmail.com" userId="S::urn:spo:guest#gui.ifsp11@gmail.com::" providerId="AD" clId="Web-{9F78E95D-00A8-E5A4-F5ED-FE1DE09DD6C2}" dt="2023-11-19T21:04:48.177" v="890" actId="20577"/>
        <pc:sldMkLst>
          <pc:docMk/>
          <pc:sldMk cId="2633553823" sldId="371"/>
        </pc:sldMkLst>
        <pc:spChg chg="mod">
          <ac:chgData name="gui.ifsp11@gmail.com" userId="S::urn:spo:guest#gui.ifsp11@gmail.com::" providerId="AD" clId="Web-{9F78E95D-00A8-E5A4-F5ED-FE1DE09DD6C2}" dt="2023-11-19T21:04:48.177" v="890" actId="20577"/>
          <ac:spMkLst>
            <pc:docMk/>
            <pc:sldMk cId="2633553823" sldId="371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9F78E95D-00A8-E5A4-F5ED-FE1DE09DD6C2}" dt="2023-11-19T21:03:31.675" v="810" actId="20577"/>
          <ac:spMkLst>
            <pc:docMk/>
            <pc:sldMk cId="2633553823" sldId="371"/>
            <ac:spMk id="204" creationId="{00000000-0000-0000-0000-000000000000}"/>
          </ac:spMkLst>
        </pc:spChg>
      </pc:sldChg>
    </pc:docChg>
  </pc:docChgLst>
  <pc:docChgLst>
    <pc:chgData name="gui.ifsp11@gmail.com" userId="S::urn:spo:guest#gui.ifsp11@gmail.com::" providerId="AD" clId="Web-{3112C334-F546-45F0-97CE-7AD3CCB3D4CE}"/>
    <pc:docChg chg="addSld delSld modSld">
      <pc:chgData name="gui.ifsp11@gmail.com" userId="S::urn:spo:guest#gui.ifsp11@gmail.com::" providerId="AD" clId="Web-{3112C334-F546-45F0-97CE-7AD3CCB3D4CE}" dt="2023-12-06T20:45:00.150" v="414" actId="20577"/>
      <pc:docMkLst>
        <pc:docMk/>
      </pc:docMkLst>
      <pc:sldChg chg="modSp">
        <pc:chgData name="gui.ifsp11@gmail.com" userId="S::urn:spo:guest#gui.ifsp11@gmail.com::" providerId="AD" clId="Web-{3112C334-F546-45F0-97CE-7AD3CCB3D4CE}" dt="2023-12-06T20:32:35.226" v="18" actId="20577"/>
        <pc:sldMkLst>
          <pc:docMk/>
          <pc:sldMk cId="0" sldId="260"/>
        </pc:sldMkLst>
        <pc:spChg chg="mod">
          <ac:chgData name="gui.ifsp11@gmail.com" userId="S::urn:spo:guest#gui.ifsp11@gmail.com::" providerId="AD" clId="Web-{3112C334-F546-45F0-97CE-7AD3CCB3D4CE}" dt="2023-12-06T20:32:35.226" v="18" actId="20577"/>
          <ac:spMkLst>
            <pc:docMk/>
            <pc:sldMk cId="0" sldId="260"/>
            <ac:spMk id="155" creationId="{00000000-0000-0000-0000-000000000000}"/>
          </ac:spMkLst>
        </pc:spChg>
      </pc:sldChg>
      <pc:sldChg chg="modSp">
        <pc:chgData name="gui.ifsp11@gmail.com" userId="S::urn:spo:guest#gui.ifsp11@gmail.com::" providerId="AD" clId="Web-{3112C334-F546-45F0-97CE-7AD3CCB3D4CE}" dt="2023-12-06T20:44:18.930" v="384" actId="20577"/>
        <pc:sldMkLst>
          <pc:docMk/>
          <pc:sldMk cId="0" sldId="263"/>
        </pc:sldMkLst>
        <pc:spChg chg="mod">
          <ac:chgData name="gui.ifsp11@gmail.com" userId="S::urn:spo:guest#gui.ifsp11@gmail.com::" providerId="AD" clId="Web-{3112C334-F546-45F0-97CE-7AD3CCB3D4CE}" dt="2023-12-06T20:44:18.930" v="384" actId="20577"/>
          <ac:spMkLst>
            <pc:docMk/>
            <pc:sldMk cId="0" sldId="263"/>
            <ac:spMk id="175" creationId="{00000000-0000-0000-0000-000000000000}"/>
          </ac:spMkLst>
        </pc:spChg>
      </pc:sldChg>
      <pc:sldChg chg="modSp">
        <pc:chgData name="gui.ifsp11@gmail.com" userId="S::urn:spo:guest#gui.ifsp11@gmail.com::" providerId="AD" clId="Web-{3112C334-F546-45F0-97CE-7AD3CCB3D4CE}" dt="2023-12-06T20:38:38.610" v="245" actId="20577"/>
        <pc:sldMkLst>
          <pc:docMk/>
          <pc:sldMk cId="0" sldId="264"/>
        </pc:sldMkLst>
        <pc:spChg chg="mod">
          <ac:chgData name="gui.ifsp11@gmail.com" userId="S::urn:spo:guest#gui.ifsp11@gmail.com::" providerId="AD" clId="Web-{3112C334-F546-45F0-97CE-7AD3CCB3D4CE}" dt="2023-12-06T20:38:38.610" v="245" actId="20577"/>
          <ac:spMkLst>
            <pc:docMk/>
            <pc:sldMk cId="0" sldId="264"/>
            <ac:spMk id="184" creationId="{00000000-0000-0000-0000-000000000000}"/>
          </ac:spMkLst>
        </pc:spChg>
      </pc:sldChg>
      <pc:sldChg chg="modSp">
        <pc:chgData name="gui.ifsp11@gmail.com" userId="S::urn:spo:guest#gui.ifsp11@gmail.com::" providerId="AD" clId="Web-{3112C334-F546-45F0-97CE-7AD3CCB3D4CE}" dt="2023-12-06T20:39:44.346" v="274" actId="20577"/>
        <pc:sldMkLst>
          <pc:docMk/>
          <pc:sldMk cId="0" sldId="265"/>
        </pc:sldMkLst>
        <pc:spChg chg="mod">
          <ac:chgData name="gui.ifsp11@gmail.com" userId="S::urn:spo:guest#gui.ifsp11@gmail.com::" providerId="AD" clId="Web-{3112C334-F546-45F0-97CE-7AD3CCB3D4CE}" dt="2023-12-06T20:39:44.346" v="274" actId="20577"/>
          <ac:spMkLst>
            <pc:docMk/>
            <pc:sldMk cId="0" sldId="265"/>
            <ac:spMk id="194" creationId="{00000000-0000-0000-0000-000000000000}"/>
          </ac:spMkLst>
        </pc:spChg>
        <pc:spChg chg="mod">
          <ac:chgData name="gui.ifsp11@gmail.com" userId="S::urn:spo:guest#gui.ifsp11@gmail.com::" providerId="AD" clId="Web-{3112C334-F546-45F0-97CE-7AD3CCB3D4CE}" dt="2023-12-06T20:39:32.095" v="265" actId="20577"/>
          <ac:spMkLst>
            <pc:docMk/>
            <pc:sldMk cId="0" sldId="265"/>
            <ac:spMk id="196" creationId="{00000000-0000-0000-0000-000000000000}"/>
          </ac:spMkLst>
        </pc:spChg>
      </pc:sldChg>
      <pc:sldChg chg="modSp">
        <pc:chgData name="gui.ifsp11@gmail.com" userId="S::urn:spo:guest#gui.ifsp11@gmail.com::" providerId="AD" clId="Web-{3112C334-F546-45F0-97CE-7AD3CCB3D4CE}" dt="2023-12-06T20:42:04.240" v="362" actId="20577"/>
        <pc:sldMkLst>
          <pc:docMk/>
          <pc:sldMk cId="0" sldId="266"/>
        </pc:sldMkLst>
        <pc:spChg chg="mod">
          <ac:chgData name="gui.ifsp11@gmail.com" userId="S::urn:spo:guest#gui.ifsp11@gmail.com::" providerId="AD" clId="Web-{3112C334-F546-45F0-97CE-7AD3CCB3D4CE}" dt="2023-12-06T20:42:04.240" v="362" actId="20577"/>
          <ac:spMkLst>
            <pc:docMk/>
            <pc:sldMk cId="0" sldId="266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3112C334-F546-45F0-97CE-7AD3CCB3D4CE}" dt="2023-12-06T20:40:03.971" v="291" actId="20577"/>
          <ac:spMkLst>
            <pc:docMk/>
            <pc:sldMk cId="0" sldId="266"/>
            <ac:spMk id="204" creationId="{00000000-0000-0000-0000-000000000000}"/>
          </ac:spMkLst>
        </pc:spChg>
      </pc:sldChg>
      <pc:sldChg chg="modSp">
        <pc:chgData name="gui.ifsp11@gmail.com" userId="S::urn:spo:guest#gui.ifsp11@gmail.com::" providerId="AD" clId="Web-{3112C334-F546-45F0-97CE-7AD3CCB3D4CE}" dt="2023-12-06T20:35:06.089" v="129" actId="20577"/>
        <pc:sldMkLst>
          <pc:docMk/>
          <pc:sldMk cId="2315204132" sldId="277"/>
        </pc:sldMkLst>
        <pc:spChg chg="mod">
          <ac:chgData name="gui.ifsp11@gmail.com" userId="S::urn:spo:guest#gui.ifsp11@gmail.com::" providerId="AD" clId="Web-{3112C334-F546-45F0-97CE-7AD3CCB3D4CE}" dt="2023-12-06T20:35:06.089" v="129" actId="20577"/>
          <ac:spMkLst>
            <pc:docMk/>
            <pc:sldMk cId="2315204132" sldId="277"/>
            <ac:spMk id="168" creationId="{00000000-0000-0000-0000-000000000000}"/>
          </ac:spMkLst>
        </pc:spChg>
      </pc:sldChg>
      <pc:sldChg chg="del">
        <pc:chgData name="gui.ifsp11@gmail.com" userId="S::urn:spo:guest#gui.ifsp11@gmail.com::" providerId="AD" clId="Web-{3112C334-F546-45F0-97CE-7AD3CCB3D4CE}" dt="2023-12-06T20:41:03.519" v="349"/>
        <pc:sldMkLst>
          <pc:docMk/>
          <pc:sldMk cId="2829306371" sldId="326"/>
        </pc:sldMkLst>
      </pc:sldChg>
      <pc:sldChg chg="del">
        <pc:chgData name="gui.ifsp11@gmail.com" userId="S::urn:spo:guest#gui.ifsp11@gmail.com::" providerId="AD" clId="Web-{3112C334-F546-45F0-97CE-7AD3CCB3D4CE}" dt="2023-12-06T20:41:03.504" v="344"/>
        <pc:sldMkLst>
          <pc:docMk/>
          <pc:sldMk cId="2387653451" sldId="327"/>
        </pc:sldMkLst>
      </pc:sldChg>
      <pc:sldChg chg="modSp">
        <pc:chgData name="gui.ifsp11@gmail.com" userId="S::urn:spo:guest#gui.ifsp11@gmail.com::" providerId="AD" clId="Web-{3112C334-F546-45F0-97CE-7AD3CCB3D4CE}" dt="2023-12-06T20:43:08.866" v="367" actId="20577"/>
        <pc:sldMkLst>
          <pc:docMk/>
          <pc:sldMk cId="1872516008" sldId="360"/>
        </pc:sldMkLst>
        <pc:spChg chg="mod">
          <ac:chgData name="gui.ifsp11@gmail.com" userId="S::urn:spo:guest#gui.ifsp11@gmail.com::" providerId="AD" clId="Web-{3112C334-F546-45F0-97CE-7AD3CCB3D4CE}" dt="2023-12-06T20:43:08.866" v="367" actId="20577"/>
          <ac:spMkLst>
            <pc:docMk/>
            <pc:sldMk cId="1872516008" sldId="360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3112C334-F546-45F0-97CE-7AD3CCB3D4CE}" dt="2023-12-06T20:40:20.456" v="300" actId="20577"/>
          <ac:spMkLst>
            <pc:docMk/>
            <pc:sldMk cId="1872516008" sldId="360"/>
            <ac:spMk id="204" creationId="{00000000-0000-0000-0000-000000000000}"/>
          </ac:spMkLst>
        </pc:spChg>
      </pc:sldChg>
      <pc:sldChg chg="del">
        <pc:chgData name="gui.ifsp11@gmail.com" userId="S::urn:spo:guest#gui.ifsp11@gmail.com::" providerId="AD" clId="Web-{3112C334-F546-45F0-97CE-7AD3CCB3D4CE}" dt="2023-12-06T20:41:03.582" v="357"/>
        <pc:sldMkLst>
          <pc:docMk/>
          <pc:sldMk cId="3461658194" sldId="361"/>
        </pc:sldMkLst>
      </pc:sldChg>
      <pc:sldChg chg="del">
        <pc:chgData name="gui.ifsp11@gmail.com" userId="S::urn:spo:guest#gui.ifsp11@gmail.com::" providerId="AD" clId="Web-{3112C334-F546-45F0-97CE-7AD3CCB3D4CE}" dt="2023-12-06T20:41:03.566" v="356"/>
        <pc:sldMkLst>
          <pc:docMk/>
          <pc:sldMk cId="3362684409" sldId="362"/>
        </pc:sldMkLst>
      </pc:sldChg>
      <pc:sldChg chg="del">
        <pc:chgData name="gui.ifsp11@gmail.com" userId="S::urn:spo:guest#gui.ifsp11@gmail.com::" providerId="AD" clId="Web-{3112C334-F546-45F0-97CE-7AD3CCB3D4CE}" dt="2023-12-06T20:41:03.582" v="358"/>
        <pc:sldMkLst>
          <pc:docMk/>
          <pc:sldMk cId="2106161384" sldId="363"/>
        </pc:sldMkLst>
      </pc:sldChg>
      <pc:sldChg chg="del">
        <pc:chgData name="gui.ifsp11@gmail.com" userId="S::urn:spo:guest#gui.ifsp11@gmail.com::" providerId="AD" clId="Web-{3112C334-F546-45F0-97CE-7AD3CCB3D4CE}" dt="2023-12-06T20:41:03.566" v="355"/>
        <pc:sldMkLst>
          <pc:docMk/>
          <pc:sldMk cId="3263255116" sldId="364"/>
        </pc:sldMkLst>
      </pc:sldChg>
      <pc:sldChg chg="del">
        <pc:chgData name="gui.ifsp11@gmail.com" userId="S::urn:spo:guest#gui.ifsp11@gmail.com::" providerId="AD" clId="Web-{3112C334-F546-45F0-97CE-7AD3CCB3D4CE}" dt="2023-12-06T20:41:03.566" v="354"/>
        <pc:sldMkLst>
          <pc:docMk/>
          <pc:sldMk cId="600958512" sldId="365"/>
        </pc:sldMkLst>
      </pc:sldChg>
      <pc:sldChg chg="del">
        <pc:chgData name="gui.ifsp11@gmail.com" userId="S::urn:spo:guest#gui.ifsp11@gmail.com::" providerId="AD" clId="Web-{3112C334-F546-45F0-97CE-7AD3CCB3D4CE}" dt="2023-12-06T20:41:03.566" v="353"/>
        <pc:sldMkLst>
          <pc:docMk/>
          <pc:sldMk cId="1180892413" sldId="366"/>
        </pc:sldMkLst>
      </pc:sldChg>
      <pc:sldChg chg="del">
        <pc:chgData name="gui.ifsp11@gmail.com" userId="S::urn:spo:guest#gui.ifsp11@gmail.com::" providerId="AD" clId="Web-{3112C334-F546-45F0-97CE-7AD3CCB3D4CE}" dt="2023-12-06T20:41:03.566" v="352"/>
        <pc:sldMkLst>
          <pc:docMk/>
          <pc:sldMk cId="3787011200" sldId="367"/>
        </pc:sldMkLst>
      </pc:sldChg>
      <pc:sldChg chg="del">
        <pc:chgData name="gui.ifsp11@gmail.com" userId="S::urn:spo:guest#gui.ifsp11@gmail.com::" providerId="AD" clId="Web-{3112C334-F546-45F0-97CE-7AD3CCB3D4CE}" dt="2023-12-06T20:41:03.519" v="351"/>
        <pc:sldMkLst>
          <pc:docMk/>
          <pc:sldMk cId="3661451860" sldId="368"/>
        </pc:sldMkLst>
      </pc:sldChg>
      <pc:sldChg chg="del">
        <pc:chgData name="gui.ifsp11@gmail.com" userId="S::urn:spo:guest#gui.ifsp11@gmail.com::" providerId="AD" clId="Web-{3112C334-F546-45F0-97CE-7AD3CCB3D4CE}" dt="2023-12-06T20:41:03.519" v="350"/>
        <pc:sldMkLst>
          <pc:docMk/>
          <pc:sldMk cId="2829081392" sldId="369"/>
        </pc:sldMkLst>
      </pc:sldChg>
      <pc:sldChg chg="del">
        <pc:chgData name="gui.ifsp11@gmail.com" userId="S::urn:spo:guest#gui.ifsp11@gmail.com::" providerId="AD" clId="Web-{3112C334-F546-45F0-97CE-7AD3CCB3D4CE}" dt="2023-12-06T20:41:03.504" v="343"/>
        <pc:sldMkLst>
          <pc:docMk/>
          <pc:sldMk cId="4135022405" sldId="370"/>
        </pc:sldMkLst>
      </pc:sldChg>
      <pc:sldChg chg="del">
        <pc:chgData name="gui.ifsp11@gmail.com" userId="S::urn:spo:guest#gui.ifsp11@gmail.com::" providerId="AD" clId="Web-{3112C334-F546-45F0-97CE-7AD3CCB3D4CE}" dt="2023-12-06T20:41:03.519" v="348"/>
        <pc:sldMkLst>
          <pc:docMk/>
          <pc:sldMk cId="2633553823" sldId="371"/>
        </pc:sldMkLst>
      </pc:sldChg>
      <pc:sldChg chg="del">
        <pc:chgData name="gui.ifsp11@gmail.com" userId="S::urn:spo:guest#gui.ifsp11@gmail.com::" providerId="AD" clId="Web-{3112C334-F546-45F0-97CE-7AD3CCB3D4CE}" dt="2023-12-06T20:41:03.519" v="347"/>
        <pc:sldMkLst>
          <pc:docMk/>
          <pc:sldMk cId="164555787" sldId="372"/>
        </pc:sldMkLst>
      </pc:sldChg>
      <pc:sldChg chg="del">
        <pc:chgData name="gui.ifsp11@gmail.com" userId="S::urn:spo:guest#gui.ifsp11@gmail.com::" providerId="AD" clId="Web-{3112C334-F546-45F0-97CE-7AD3CCB3D4CE}" dt="2023-12-06T20:41:03.519" v="346"/>
        <pc:sldMkLst>
          <pc:docMk/>
          <pc:sldMk cId="1836243104" sldId="373"/>
        </pc:sldMkLst>
      </pc:sldChg>
      <pc:sldChg chg="del">
        <pc:chgData name="gui.ifsp11@gmail.com" userId="S::urn:spo:guest#gui.ifsp11@gmail.com::" providerId="AD" clId="Web-{3112C334-F546-45F0-97CE-7AD3CCB3D4CE}" dt="2023-12-06T20:41:03.519" v="345"/>
        <pc:sldMkLst>
          <pc:docMk/>
          <pc:sldMk cId="1126401834" sldId="374"/>
        </pc:sldMkLst>
      </pc:sldChg>
      <pc:sldChg chg="del">
        <pc:chgData name="gui.ifsp11@gmail.com" userId="S::urn:spo:guest#gui.ifsp11@gmail.com::" providerId="AD" clId="Web-{3112C334-F546-45F0-97CE-7AD3CCB3D4CE}" dt="2023-12-06T20:41:03.504" v="341"/>
        <pc:sldMkLst>
          <pc:docMk/>
          <pc:sldMk cId="1656339531" sldId="375"/>
        </pc:sldMkLst>
      </pc:sldChg>
      <pc:sldChg chg="del">
        <pc:chgData name="gui.ifsp11@gmail.com" userId="S::urn:spo:guest#gui.ifsp11@gmail.com::" providerId="AD" clId="Web-{3112C334-F546-45F0-97CE-7AD3CCB3D4CE}" dt="2023-12-06T20:41:03.504" v="342"/>
        <pc:sldMkLst>
          <pc:docMk/>
          <pc:sldMk cId="3832717068" sldId="376"/>
        </pc:sldMkLst>
      </pc:sldChg>
      <pc:sldChg chg="del">
        <pc:chgData name="gui.ifsp11@gmail.com" userId="S::urn:spo:guest#gui.ifsp11@gmail.com::" providerId="AD" clId="Web-{3112C334-F546-45F0-97CE-7AD3CCB3D4CE}" dt="2023-12-06T20:41:03.504" v="340"/>
        <pc:sldMkLst>
          <pc:docMk/>
          <pc:sldMk cId="3127008508" sldId="377"/>
        </pc:sldMkLst>
      </pc:sldChg>
      <pc:sldChg chg="del">
        <pc:chgData name="gui.ifsp11@gmail.com" userId="S::urn:spo:guest#gui.ifsp11@gmail.com::" providerId="AD" clId="Web-{3112C334-F546-45F0-97CE-7AD3CCB3D4CE}" dt="2023-12-06T20:41:03.504" v="339"/>
        <pc:sldMkLst>
          <pc:docMk/>
          <pc:sldMk cId="1405388413" sldId="378"/>
        </pc:sldMkLst>
      </pc:sldChg>
      <pc:sldChg chg="del">
        <pc:chgData name="gui.ifsp11@gmail.com" userId="S::urn:spo:guest#gui.ifsp11@gmail.com::" providerId="AD" clId="Web-{3112C334-F546-45F0-97CE-7AD3CCB3D4CE}" dt="2023-12-06T20:41:03.504" v="338"/>
        <pc:sldMkLst>
          <pc:docMk/>
          <pc:sldMk cId="4212429350" sldId="379"/>
        </pc:sldMkLst>
      </pc:sldChg>
      <pc:sldChg chg="del">
        <pc:chgData name="gui.ifsp11@gmail.com" userId="S::urn:spo:guest#gui.ifsp11@gmail.com::" providerId="AD" clId="Web-{3112C334-F546-45F0-97CE-7AD3CCB3D4CE}" dt="2023-12-06T20:41:03.504" v="337"/>
        <pc:sldMkLst>
          <pc:docMk/>
          <pc:sldMk cId="1464949399" sldId="380"/>
        </pc:sldMkLst>
      </pc:sldChg>
      <pc:sldChg chg="del">
        <pc:chgData name="gui.ifsp11@gmail.com" userId="S::urn:spo:guest#gui.ifsp11@gmail.com::" providerId="AD" clId="Web-{3112C334-F546-45F0-97CE-7AD3CCB3D4CE}" dt="2023-12-06T20:41:03.488" v="336"/>
        <pc:sldMkLst>
          <pc:docMk/>
          <pc:sldMk cId="252554572" sldId="381"/>
        </pc:sldMkLst>
      </pc:sldChg>
      <pc:sldChg chg="del">
        <pc:chgData name="gui.ifsp11@gmail.com" userId="S::urn:spo:guest#gui.ifsp11@gmail.com::" providerId="AD" clId="Web-{3112C334-F546-45F0-97CE-7AD3CCB3D4CE}" dt="2023-12-06T20:41:03.488" v="335"/>
        <pc:sldMkLst>
          <pc:docMk/>
          <pc:sldMk cId="2448660938" sldId="382"/>
        </pc:sldMkLst>
      </pc:sldChg>
      <pc:sldChg chg="del">
        <pc:chgData name="gui.ifsp11@gmail.com" userId="S::urn:spo:guest#gui.ifsp11@gmail.com::" providerId="AD" clId="Web-{3112C334-F546-45F0-97CE-7AD3CCB3D4CE}" dt="2023-12-06T20:41:03.488" v="333"/>
        <pc:sldMkLst>
          <pc:docMk/>
          <pc:sldMk cId="1532802918" sldId="383"/>
        </pc:sldMkLst>
      </pc:sldChg>
      <pc:sldChg chg="del">
        <pc:chgData name="gui.ifsp11@gmail.com" userId="S::urn:spo:guest#gui.ifsp11@gmail.com::" providerId="AD" clId="Web-{3112C334-F546-45F0-97CE-7AD3CCB3D4CE}" dt="2023-12-06T20:41:03.488" v="334"/>
        <pc:sldMkLst>
          <pc:docMk/>
          <pc:sldMk cId="3267974714" sldId="384"/>
        </pc:sldMkLst>
      </pc:sldChg>
      <pc:sldChg chg="del">
        <pc:chgData name="gui.ifsp11@gmail.com" userId="S::urn:spo:guest#gui.ifsp11@gmail.com::" providerId="AD" clId="Web-{3112C334-F546-45F0-97CE-7AD3CCB3D4CE}" dt="2023-12-06T20:41:03.488" v="331"/>
        <pc:sldMkLst>
          <pc:docMk/>
          <pc:sldMk cId="1744684628" sldId="385"/>
        </pc:sldMkLst>
      </pc:sldChg>
      <pc:sldChg chg="del">
        <pc:chgData name="gui.ifsp11@gmail.com" userId="S::urn:spo:guest#gui.ifsp11@gmail.com::" providerId="AD" clId="Web-{3112C334-F546-45F0-97CE-7AD3CCB3D4CE}" dt="2023-12-06T20:41:03.488" v="332"/>
        <pc:sldMkLst>
          <pc:docMk/>
          <pc:sldMk cId="3636215984" sldId="386"/>
        </pc:sldMkLst>
      </pc:sldChg>
      <pc:sldChg chg="del">
        <pc:chgData name="gui.ifsp11@gmail.com" userId="S::urn:spo:guest#gui.ifsp11@gmail.com::" providerId="AD" clId="Web-{3112C334-F546-45F0-97CE-7AD3CCB3D4CE}" dt="2023-12-06T20:41:03.488" v="330"/>
        <pc:sldMkLst>
          <pc:docMk/>
          <pc:sldMk cId="3064229850" sldId="387"/>
        </pc:sldMkLst>
      </pc:sldChg>
      <pc:sldChg chg="del">
        <pc:chgData name="gui.ifsp11@gmail.com" userId="S::urn:spo:guest#gui.ifsp11@gmail.com::" providerId="AD" clId="Web-{3112C334-F546-45F0-97CE-7AD3CCB3D4CE}" dt="2023-12-06T20:41:03.488" v="329"/>
        <pc:sldMkLst>
          <pc:docMk/>
          <pc:sldMk cId="3861227020" sldId="388"/>
        </pc:sldMkLst>
      </pc:sldChg>
      <pc:sldChg chg="del">
        <pc:chgData name="gui.ifsp11@gmail.com" userId="S::urn:spo:guest#gui.ifsp11@gmail.com::" providerId="AD" clId="Web-{3112C334-F546-45F0-97CE-7AD3CCB3D4CE}" dt="2023-12-06T20:41:03.473" v="328"/>
        <pc:sldMkLst>
          <pc:docMk/>
          <pc:sldMk cId="2536205062" sldId="389"/>
        </pc:sldMkLst>
      </pc:sldChg>
      <pc:sldChg chg="del">
        <pc:chgData name="gui.ifsp11@gmail.com" userId="S::urn:spo:guest#gui.ifsp11@gmail.com::" providerId="AD" clId="Web-{3112C334-F546-45F0-97CE-7AD3CCB3D4CE}" dt="2023-12-06T20:41:03.473" v="327"/>
        <pc:sldMkLst>
          <pc:docMk/>
          <pc:sldMk cId="2654937385" sldId="390"/>
        </pc:sldMkLst>
      </pc:sldChg>
      <pc:sldChg chg="modSp add replId">
        <pc:chgData name="gui.ifsp11@gmail.com" userId="S::urn:spo:guest#gui.ifsp11@gmail.com::" providerId="AD" clId="Web-{3112C334-F546-45F0-97CE-7AD3CCB3D4CE}" dt="2023-12-06T20:39:01.595" v="254" actId="20577"/>
        <pc:sldMkLst>
          <pc:docMk/>
          <pc:sldMk cId="1537418551" sldId="391"/>
        </pc:sldMkLst>
        <pc:spChg chg="mod">
          <ac:chgData name="gui.ifsp11@gmail.com" userId="S::urn:spo:guest#gui.ifsp11@gmail.com::" providerId="AD" clId="Web-{3112C334-F546-45F0-97CE-7AD3CCB3D4CE}" dt="2023-12-06T20:39:01.595" v="254" actId="20577"/>
          <ac:spMkLst>
            <pc:docMk/>
            <pc:sldMk cId="1537418551" sldId="391"/>
            <ac:spMk id="18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3112C334-F546-45F0-97CE-7AD3CCB3D4CE}" dt="2023-12-06T20:45:00.150" v="414" actId="20577"/>
        <pc:sldMkLst>
          <pc:docMk/>
          <pc:sldMk cId="2722440544" sldId="392"/>
        </pc:sldMkLst>
        <pc:spChg chg="mod">
          <ac:chgData name="gui.ifsp11@gmail.com" userId="S::urn:spo:guest#gui.ifsp11@gmail.com::" providerId="AD" clId="Web-{3112C334-F546-45F0-97CE-7AD3CCB3D4CE}" dt="2023-12-06T20:45:00.150" v="414" actId="20577"/>
          <ac:spMkLst>
            <pc:docMk/>
            <pc:sldMk cId="2722440544" sldId="392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3112C334-F546-45F0-97CE-7AD3CCB3D4CE}" dt="2023-12-06T20:40:51.816" v="326" actId="20577"/>
          <ac:spMkLst>
            <pc:docMk/>
            <pc:sldMk cId="2722440544" sldId="392"/>
            <ac:spMk id="204" creationId="{00000000-0000-0000-0000-000000000000}"/>
          </ac:spMkLst>
        </pc:spChg>
      </pc:sldChg>
    </pc:docChg>
  </pc:docChgLst>
  <pc:docChgLst>
    <pc:chgData name="Leonardo Moreira Ropelato" userId="S::leonardo.ropelato@dio.me::a289a7f8-9c5e-44ce-8a70-4fb6bc72822a" providerId="AD" clId="Web-{F0B1B5D5-EE38-7455-F6C0-3D9834D2CB28}"/>
    <pc:docChg chg="modSld">
      <pc:chgData name="Leonardo Moreira Ropelato" userId="S::leonardo.ropelato@dio.me::a289a7f8-9c5e-44ce-8a70-4fb6bc72822a" providerId="AD" clId="Web-{F0B1B5D5-EE38-7455-F6C0-3D9834D2CB28}" dt="2023-06-06T14:25:43.820" v="165" actId="1076"/>
      <pc:docMkLst>
        <pc:docMk/>
      </pc:docMkLst>
      <pc:sldChg chg="addSp delSp">
        <pc:chgData name="Leonardo Moreira Ropelato" userId="S::leonardo.ropelato@dio.me::a289a7f8-9c5e-44ce-8a70-4fb6bc72822a" providerId="AD" clId="Web-{F0B1B5D5-EE38-7455-F6C0-3D9834D2CB28}" dt="2023-06-06T13:04:13.568" v="16"/>
        <pc:sldMkLst>
          <pc:docMk/>
          <pc:sldMk cId="0" sldId="260"/>
        </pc:sldMkLst>
        <pc:picChg chg="del">
          <ac:chgData name="Leonardo Moreira Ropelato" userId="S::leonardo.ropelato@dio.me::a289a7f8-9c5e-44ce-8a70-4fb6bc72822a" providerId="AD" clId="Web-{F0B1B5D5-EE38-7455-F6C0-3D9834D2CB28}" dt="2023-06-06T13:04:11.443" v="15"/>
          <ac:picMkLst>
            <pc:docMk/>
            <pc:sldMk cId="0" sldId="260"/>
            <ac:picMk id="4" creationId="{68E8C61F-AB44-8965-D5AE-7E5AC555BFC3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13.568" v="16"/>
          <ac:picMkLst>
            <pc:docMk/>
            <pc:sldMk cId="0" sldId="260"/>
            <ac:picMk id="5" creationId="{C162A7A9-E5EB-660E-15AE-8FE1BA616745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47.989" v="8"/>
        <pc:sldMkLst>
          <pc:docMk/>
          <pc:sldMk cId="0" sldId="262"/>
        </pc:sldMkLst>
        <pc:picChg chg="del">
          <ac:chgData name="Leonardo Moreira Ropelato" userId="S::leonardo.ropelato@dio.me::a289a7f8-9c5e-44ce-8a70-4fb6bc72822a" providerId="AD" clId="Web-{F0B1B5D5-EE38-7455-F6C0-3D9834D2CB28}" dt="2023-06-06T13:03:46.036" v="7"/>
          <ac:picMkLst>
            <pc:docMk/>
            <pc:sldMk cId="0" sldId="262"/>
            <ac:picMk id="4" creationId="{60D8FC5C-29FC-7375-06EC-666F01FFEAE2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47.989" v="8"/>
          <ac:picMkLst>
            <pc:docMk/>
            <pc:sldMk cId="0" sldId="262"/>
            <ac:picMk id="5" creationId="{1616D4EB-5ECE-2334-2742-4085804B1413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26.021" v="20"/>
        <pc:sldMkLst>
          <pc:docMk/>
          <pc:sldMk cId="0" sldId="263"/>
        </pc:sldMkLst>
        <pc:picChg chg="del">
          <ac:chgData name="Leonardo Moreira Ropelato" userId="S::leonardo.ropelato@dio.me::a289a7f8-9c5e-44ce-8a70-4fb6bc72822a" providerId="AD" clId="Web-{F0B1B5D5-EE38-7455-F6C0-3D9834D2CB28}" dt="2023-06-06T13:04:23.912" v="19"/>
          <ac:picMkLst>
            <pc:docMk/>
            <pc:sldMk cId="0" sldId="263"/>
            <ac:picMk id="4" creationId="{A819E61F-A4B0-EC55-81ED-DAEB68EBBFA6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26.021" v="20"/>
          <ac:picMkLst>
            <pc:docMk/>
            <pc:sldMk cId="0" sldId="263"/>
            <ac:picMk id="5" creationId="{F4D555A0-887D-C200-6E6E-EBF99EEE2B3C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30.959" v="22"/>
        <pc:sldMkLst>
          <pc:docMk/>
          <pc:sldMk cId="0" sldId="264"/>
        </pc:sldMkLst>
        <pc:picChg chg="del">
          <ac:chgData name="Leonardo Moreira Ropelato" userId="S::leonardo.ropelato@dio.me::a289a7f8-9c5e-44ce-8a70-4fb6bc72822a" providerId="AD" clId="Web-{F0B1B5D5-EE38-7455-F6C0-3D9834D2CB28}" dt="2023-06-06T13:04:28.631" v="21"/>
          <ac:picMkLst>
            <pc:docMk/>
            <pc:sldMk cId="0" sldId="264"/>
            <ac:picMk id="4" creationId="{EC15FA64-60A7-5807-9597-6B050F95C2A4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30.959" v="22"/>
          <ac:picMkLst>
            <pc:docMk/>
            <pc:sldMk cId="0" sldId="264"/>
            <ac:picMk id="5" creationId="{4221B42D-E222-7C8B-5B47-1ED2F61691C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55.823" v="35"/>
        <pc:sldMkLst>
          <pc:docMk/>
          <pc:sldMk cId="0" sldId="265"/>
        </pc:sldMkLst>
        <pc:picChg chg="del">
          <ac:chgData name="Leonardo Moreira Ropelato" userId="S::leonardo.ropelato@dio.me::a289a7f8-9c5e-44ce-8a70-4fb6bc72822a" providerId="AD" clId="Web-{F0B1B5D5-EE38-7455-F6C0-3D9834D2CB28}" dt="2023-06-06T13:07:53.823" v="34"/>
          <ac:picMkLst>
            <pc:docMk/>
            <pc:sldMk cId="0" sldId="265"/>
            <ac:picMk id="2" creationId="{632FF742-21F8-0F89-FA22-84480BF47778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55.823" v="35"/>
          <ac:picMkLst>
            <pc:docMk/>
            <pc:sldMk cId="0" sldId="265"/>
            <ac:picMk id="5" creationId="{CBAF0591-1462-A6D4-8024-4715833FA788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17.760" v="24"/>
        <pc:sldMkLst>
          <pc:docMk/>
          <pc:sldMk cId="0" sldId="266"/>
        </pc:sldMkLst>
        <pc:picChg chg="del">
          <ac:chgData name="Leonardo Moreira Ropelato" userId="S::leonardo.ropelato@dio.me::a289a7f8-9c5e-44ce-8a70-4fb6bc72822a" providerId="AD" clId="Web-{F0B1B5D5-EE38-7455-F6C0-3D9834D2CB28}" dt="2023-06-06T13:07:15.603" v="23"/>
          <ac:picMkLst>
            <pc:docMk/>
            <pc:sldMk cId="0" sldId="266"/>
            <ac:picMk id="4" creationId="{158C7183-812C-C93A-D63B-FB026C58F795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17.760" v="24"/>
          <ac:picMkLst>
            <pc:docMk/>
            <pc:sldMk cId="0" sldId="266"/>
            <ac:picMk id="5" creationId="{D93E66C7-7E71-598A-F411-36FE0EA7FCF7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49.010" v="33"/>
        <pc:sldMkLst>
          <pc:docMk/>
          <pc:sldMk cId="0" sldId="272"/>
        </pc:sldMkLst>
        <pc:picChg chg="del">
          <ac:chgData name="Leonardo Moreira Ropelato" userId="S::leonardo.ropelato@dio.me::a289a7f8-9c5e-44ce-8a70-4fb6bc72822a" providerId="AD" clId="Web-{F0B1B5D5-EE38-7455-F6C0-3D9834D2CB28}" dt="2023-06-06T13:07:47.073" v="32"/>
          <ac:picMkLst>
            <pc:docMk/>
            <pc:sldMk cId="0" sldId="272"/>
            <ac:picMk id="4" creationId="{74B909BE-DB76-E4E7-4522-3E3FB416C51A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49.010" v="33"/>
          <ac:picMkLst>
            <pc:docMk/>
            <pc:sldMk cId="0" sldId="272"/>
            <ac:picMk id="5" creationId="{A801286A-886B-9249-A97D-F2B134D4E91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25.619" v="28"/>
        <pc:sldMkLst>
          <pc:docMk/>
          <pc:sldMk cId="0" sldId="273"/>
        </pc:sldMkLst>
        <pc:picChg chg="del">
          <ac:chgData name="Leonardo Moreira Ropelato" userId="S::leonardo.ropelato@dio.me::a289a7f8-9c5e-44ce-8a70-4fb6bc72822a" providerId="AD" clId="Web-{F0B1B5D5-EE38-7455-F6C0-3D9834D2CB28}" dt="2023-06-06T13:07:25.135" v="27"/>
          <ac:picMkLst>
            <pc:docMk/>
            <pc:sldMk cId="0" sldId="273"/>
            <ac:picMk id="4" creationId="{710BEAB9-C2D1-28ED-305D-1E002D3EC2D5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25.619" v="28"/>
          <ac:picMkLst>
            <pc:docMk/>
            <pc:sldMk cId="0" sldId="273"/>
            <ac:picMk id="5" creationId="{AFC0D4B1-3278-1F8F-E273-E1620019B958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31.151" v="30"/>
        <pc:sldMkLst>
          <pc:docMk/>
          <pc:sldMk cId="0" sldId="274"/>
        </pc:sldMkLst>
        <pc:picChg chg="del">
          <ac:chgData name="Leonardo Moreira Ropelato" userId="S::leonardo.ropelato@dio.me::a289a7f8-9c5e-44ce-8a70-4fb6bc72822a" providerId="AD" clId="Web-{F0B1B5D5-EE38-7455-F6C0-3D9834D2CB28}" dt="2023-06-06T13:07:29.104" v="29"/>
          <ac:picMkLst>
            <pc:docMk/>
            <pc:sldMk cId="0" sldId="274"/>
            <ac:picMk id="4" creationId="{F5EFE281-2BA6-C7B7-F2C6-F213A6AC276A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31.151" v="30"/>
          <ac:picMkLst>
            <pc:docMk/>
            <pc:sldMk cId="0" sldId="274"/>
            <ac:picMk id="5" creationId="{6080609C-B6A9-4BBE-3F97-A8A6630C382C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3:07:42.213" v="31" actId="14100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F0B1B5D5-EE38-7455-F6C0-3D9834D2CB28}" dt="2023-06-06T12:58:37.920" v="5" actId="20577"/>
          <ac:spMkLst>
            <pc:docMk/>
            <pc:sldMk cId="0" sldId="275"/>
            <ac:spMk id="281" creationId="{00000000-0000-0000-0000-000000000000}"/>
          </ac:spMkLst>
        </pc:spChg>
        <pc:picChg chg="mod">
          <ac:chgData name="Leonardo Moreira Ropelato" userId="S::leonardo.ropelato@dio.me::a289a7f8-9c5e-44ce-8a70-4fb6bc72822a" providerId="AD" clId="Web-{F0B1B5D5-EE38-7455-F6C0-3D9834D2CB28}" dt="2023-06-06T13:07:42.213" v="31" actId="14100"/>
          <ac:picMkLst>
            <pc:docMk/>
            <pc:sldMk cId="0" sldId="275"/>
            <ac:picMk id="4" creationId="{791FD774-FCC0-2335-12E4-EA5E56375395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2:55:25.634" v="0" actId="14100"/>
        <pc:sldMkLst>
          <pc:docMk/>
          <pc:sldMk cId="1393734078" sldId="276"/>
        </pc:sldMkLst>
        <pc:picChg chg="mod">
          <ac:chgData name="Leonardo Moreira Ropelato" userId="S::leonardo.ropelato@dio.me::a289a7f8-9c5e-44ce-8a70-4fb6bc72822a" providerId="AD" clId="Web-{F0B1B5D5-EE38-7455-F6C0-3D9834D2CB28}" dt="2023-06-06T12:55:25.634" v="0" actId="14100"/>
          <ac:picMkLst>
            <pc:docMk/>
            <pc:sldMk cId="1393734078" sldId="276"/>
            <ac:picMk id="2" creationId="{7267946B-816C-7DBD-856A-A6DFF888B904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18.771" v="18"/>
        <pc:sldMkLst>
          <pc:docMk/>
          <pc:sldMk cId="2315204132" sldId="277"/>
        </pc:sldMkLst>
        <pc:picChg chg="del">
          <ac:chgData name="Leonardo Moreira Ropelato" userId="S::leonardo.ropelato@dio.me::a289a7f8-9c5e-44ce-8a70-4fb6bc72822a" providerId="AD" clId="Web-{F0B1B5D5-EE38-7455-F6C0-3D9834D2CB28}" dt="2023-06-06T13:04:16.849" v="17"/>
          <ac:picMkLst>
            <pc:docMk/>
            <pc:sldMk cId="2315204132" sldId="277"/>
            <ac:picMk id="4" creationId="{714E6DD0-995C-4CD4-5FC9-46737CF79F3D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18.771" v="18"/>
          <ac:picMkLst>
            <pc:docMk/>
            <pc:sldMk cId="2315204132" sldId="277"/>
            <ac:picMk id="5" creationId="{2ED88311-ADE9-EB5E-4FEF-A32E910656AE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59.896" v="12"/>
        <pc:sldMkLst>
          <pc:docMk/>
          <pc:sldMk cId="1152829319" sldId="278"/>
        </pc:sldMkLst>
        <pc:picChg chg="del">
          <ac:chgData name="Leonardo Moreira Ropelato" userId="S::leonardo.ropelato@dio.me::a289a7f8-9c5e-44ce-8a70-4fb6bc72822a" providerId="AD" clId="Web-{F0B1B5D5-EE38-7455-F6C0-3D9834D2CB28}" dt="2023-06-06T13:03:57.833" v="11"/>
          <ac:picMkLst>
            <pc:docMk/>
            <pc:sldMk cId="1152829319" sldId="278"/>
            <ac:picMk id="4" creationId="{4BA795C7-6473-DA8F-A3EF-131846EA2ABE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59.896" v="12"/>
          <ac:picMkLst>
            <pc:docMk/>
            <pc:sldMk cId="1152829319" sldId="278"/>
            <ac:picMk id="5" creationId="{6C339B7D-69F8-DD17-1FAB-AF1B209AD80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04.458" v="14"/>
        <pc:sldMkLst>
          <pc:docMk/>
          <pc:sldMk cId="2147046171" sldId="279"/>
        </pc:sldMkLst>
        <pc:picChg chg="del">
          <ac:chgData name="Leonardo Moreira Ropelato" userId="S::leonardo.ropelato@dio.me::a289a7f8-9c5e-44ce-8a70-4fb6bc72822a" providerId="AD" clId="Web-{F0B1B5D5-EE38-7455-F6C0-3D9834D2CB28}" dt="2023-06-06T13:04:02.505" v="13"/>
          <ac:picMkLst>
            <pc:docMk/>
            <pc:sldMk cId="2147046171" sldId="279"/>
            <ac:picMk id="4" creationId="{95D12801-5CB0-E380-626E-C8BCC51A0434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04.458" v="14"/>
          <ac:picMkLst>
            <pc:docMk/>
            <pc:sldMk cId="2147046171" sldId="279"/>
            <ac:picMk id="5" creationId="{3FC44841-1E2C-CA8E-E157-47D036E7D63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22.885" v="26"/>
        <pc:sldMkLst>
          <pc:docMk/>
          <pc:sldMk cId="1541066508" sldId="285"/>
        </pc:sldMkLst>
        <pc:picChg chg="add">
          <ac:chgData name="Leonardo Moreira Ropelato" userId="S::leonardo.ropelato@dio.me::a289a7f8-9c5e-44ce-8a70-4fb6bc72822a" providerId="AD" clId="Web-{F0B1B5D5-EE38-7455-F6C0-3D9834D2CB28}" dt="2023-06-06T13:07:22.885" v="26"/>
          <ac:picMkLst>
            <pc:docMk/>
            <pc:sldMk cId="1541066508" sldId="285"/>
            <ac:picMk id="6" creationId="{37CFC422-BCBB-B2F3-253D-8D8CEAEBBE47}"/>
          </ac:picMkLst>
        </pc:picChg>
        <pc:picChg chg="del">
          <ac:chgData name="Leonardo Moreira Ropelato" userId="S::leonardo.ropelato@dio.me::a289a7f8-9c5e-44ce-8a70-4fb6bc72822a" providerId="AD" clId="Web-{F0B1B5D5-EE38-7455-F6C0-3D9834D2CB28}" dt="2023-06-06T13:07:20.619" v="25"/>
          <ac:picMkLst>
            <pc:docMk/>
            <pc:sldMk cId="1541066508" sldId="285"/>
            <ac:picMk id="7" creationId="{2B54E4F2-1F60-5A5E-BB3B-9D32A9B01EF9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53.364" v="10"/>
        <pc:sldMkLst>
          <pc:docMk/>
          <pc:sldMk cId="497996144" sldId="286"/>
        </pc:sldMkLst>
        <pc:picChg chg="del">
          <ac:chgData name="Leonardo Moreira Ropelato" userId="S::leonardo.ropelato@dio.me::a289a7f8-9c5e-44ce-8a70-4fb6bc72822a" providerId="AD" clId="Web-{F0B1B5D5-EE38-7455-F6C0-3D9834D2CB28}" dt="2023-06-06T13:03:50.958" v="9"/>
          <ac:picMkLst>
            <pc:docMk/>
            <pc:sldMk cId="497996144" sldId="286"/>
            <ac:picMk id="4" creationId="{60D8FC5C-29FC-7375-06EC-666F01FFEAE2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53.364" v="10"/>
          <ac:picMkLst>
            <pc:docMk/>
            <pc:sldMk cId="497996144" sldId="286"/>
            <ac:picMk id="5" creationId="{8C561565-2AF6-20CF-46DA-29C6E9933CAD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4:25:43.820" v="165" actId="1076"/>
        <pc:sldMkLst>
          <pc:docMk/>
          <pc:sldMk cId="2565282861" sldId="287"/>
        </pc:sldMkLst>
        <pc:spChg chg="mod">
          <ac:chgData name="Leonardo Moreira Ropelato" userId="S::leonardo.ropelato@dio.me::a289a7f8-9c5e-44ce-8a70-4fb6bc72822a" providerId="AD" clId="Web-{F0B1B5D5-EE38-7455-F6C0-3D9834D2CB28}" dt="2023-06-06T14:25:43.820" v="165" actId="1076"/>
          <ac:spMkLst>
            <pc:docMk/>
            <pc:sldMk cId="2565282861" sldId="287"/>
            <ac:spMk id="3" creationId="{91C49401-92B4-449D-E1BF-F5B8171C9E8F}"/>
          </ac:spMkLst>
        </pc:spChg>
      </pc:sldChg>
    </pc:docChg>
  </pc:docChgLst>
  <pc:docChgLst>
    <pc:chgData name="gui.ifsp11@gmail.com" userId="S::urn:spo:guest#gui.ifsp11@gmail.com::" providerId="AD" clId="Web-{725CC604-83FA-6898-961E-708894343FB5}"/>
    <pc:docChg chg="addSld delSld modSld sldOrd">
      <pc:chgData name="gui.ifsp11@gmail.com" userId="S::urn:spo:guest#gui.ifsp11@gmail.com::" providerId="AD" clId="Web-{725CC604-83FA-6898-961E-708894343FB5}" dt="2023-07-24T20:20:52.149" v="2493"/>
      <pc:docMkLst>
        <pc:docMk/>
      </pc:docMkLst>
      <pc:sldChg chg="modSp">
        <pc:chgData name="gui.ifsp11@gmail.com" userId="S::urn:spo:guest#gui.ifsp11@gmail.com::" providerId="AD" clId="Web-{725CC604-83FA-6898-961E-708894343FB5}" dt="2023-07-24T14:35:47.734" v="3" actId="20577"/>
        <pc:sldMkLst>
          <pc:docMk/>
          <pc:sldMk cId="0" sldId="260"/>
        </pc:sldMkLst>
        <pc:spChg chg="mod">
          <ac:chgData name="gui.ifsp11@gmail.com" userId="S::urn:spo:guest#gui.ifsp11@gmail.com::" providerId="AD" clId="Web-{725CC604-83FA-6898-961E-708894343FB5}" dt="2023-07-24T14:35:47.734" v="3" actId="20577"/>
          <ac:spMkLst>
            <pc:docMk/>
            <pc:sldMk cId="0" sldId="260"/>
            <ac:spMk id="155" creationId="{00000000-0000-0000-0000-000000000000}"/>
          </ac:spMkLst>
        </pc:spChg>
      </pc:sldChg>
      <pc:sldChg chg="modSp">
        <pc:chgData name="gui.ifsp11@gmail.com" userId="S::urn:spo:guest#gui.ifsp11@gmail.com::" providerId="AD" clId="Web-{725CC604-83FA-6898-961E-708894343FB5}" dt="2023-07-24T14:45:28.670" v="69" actId="20577"/>
        <pc:sldMkLst>
          <pc:docMk/>
          <pc:sldMk cId="0" sldId="263"/>
        </pc:sldMkLst>
        <pc:spChg chg="mod">
          <ac:chgData name="gui.ifsp11@gmail.com" userId="S::urn:spo:guest#gui.ifsp11@gmail.com::" providerId="AD" clId="Web-{725CC604-83FA-6898-961E-708894343FB5}" dt="2023-07-24T14:45:28.670" v="69" actId="20577"/>
          <ac:spMkLst>
            <pc:docMk/>
            <pc:sldMk cId="0" sldId="263"/>
            <ac:spMk id="175" creationId="{00000000-0000-0000-0000-000000000000}"/>
          </ac:spMkLst>
        </pc:spChg>
      </pc:sldChg>
      <pc:sldChg chg="modSp">
        <pc:chgData name="gui.ifsp11@gmail.com" userId="S::urn:spo:guest#gui.ifsp11@gmail.com::" providerId="AD" clId="Web-{725CC604-83FA-6898-961E-708894343FB5}" dt="2023-07-24T19:16:53.539" v="1540" actId="20577"/>
        <pc:sldMkLst>
          <pc:docMk/>
          <pc:sldMk cId="0" sldId="264"/>
        </pc:sldMkLst>
        <pc:spChg chg="mod">
          <ac:chgData name="gui.ifsp11@gmail.com" userId="S::urn:spo:guest#gui.ifsp11@gmail.com::" providerId="AD" clId="Web-{725CC604-83FA-6898-961E-708894343FB5}" dt="2023-07-24T19:16:53.539" v="1540" actId="20577"/>
          <ac:spMkLst>
            <pc:docMk/>
            <pc:sldMk cId="0" sldId="264"/>
            <ac:spMk id="184" creationId="{00000000-0000-0000-0000-000000000000}"/>
          </ac:spMkLst>
        </pc:spChg>
      </pc:sldChg>
      <pc:sldChg chg="modSp">
        <pc:chgData name="gui.ifsp11@gmail.com" userId="S::urn:spo:guest#gui.ifsp11@gmail.com::" providerId="AD" clId="Web-{725CC604-83FA-6898-961E-708894343FB5}" dt="2023-07-24T19:16:45.992" v="1528" actId="20577"/>
        <pc:sldMkLst>
          <pc:docMk/>
          <pc:sldMk cId="0" sldId="265"/>
        </pc:sldMkLst>
        <pc:spChg chg="mod">
          <ac:chgData name="gui.ifsp11@gmail.com" userId="S::urn:spo:guest#gui.ifsp11@gmail.com::" providerId="AD" clId="Web-{725CC604-83FA-6898-961E-708894343FB5}" dt="2023-07-24T14:46:46.953" v="113" actId="20577"/>
          <ac:spMkLst>
            <pc:docMk/>
            <pc:sldMk cId="0" sldId="265"/>
            <ac:spMk id="194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9:16:45.992" v="1528" actId="20577"/>
          <ac:spMkLst>
            <pc:docMk/>
            <pc:sldMk cId="0" sldId="265"/>
            <ac:spMk id="196" creationId="{00000000-0000-0000-0000-000000000000}"/>
          </ac:spMkLst>
        </pc:spChg>
      </pc:sldChg>
      <pc:sldChg chg="modSp">
        <pc:chgData name="gui.ifsp11@gmail.com" userId="S::urn:spo:guest#gui.ifsp11@gmail.com::" providerId="AD" clId="Web-{725CC604-83FA-6898-961E-708894343FB5}" dt="2023-07-24T19:29:56.803" v="1642" actId="20577"/>
        <pc:sldMkLst>
          <pc:docMk/>
          <pc:sldMk cId="0" sldId="266"/>
        </pc:sldMkLst>
        <pc:spChg chg="mod">
          <ac:chgData name="gui.ifsp11@gmail.com" userId="S::urn:spo:guest#gui.ifsp11@gmail.com::" providerId="AD" clId="Web-{725CC604-83FA-6898-961E-708894343FB5}" dt="2023-07-24T14:47:56.798" v="176" actId="20577"/>
          <ac:spMkLst>
            <pc:docMk/>
            <pc:sldMk cId="0" sldId="266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9:29:56.803" v="1642" actId="20577"/>
          <ac:spMkLst>
            <pc:docMk/>
            <pc:sldMk cId="0" sldId="266"/>
            <ac:spMk id="204" creationId="{00000000-0000-0000-0000-000000000000}"/>
          </ac:spMkLst>
        </pc:spChg>
      </pc:sldChg>
      <pc:sldChg chg="modSp">
        <pc:chgData name="gui.ifsp11@gmail.com" userId="S::urn:spo:guest#gui.ifsp11@gmail.com::" providerId="AD" clId="Web-{725CC604-83FA-6898-961E-708894343FB5}" dt="2023-07-24T14:36:38.782" v="52" actId="20577"/>
        <pc:sldMkLst>
          <pc:docMk/>
          <pc:sldMk cId="2315204132" sldId="277"/>
        </pc:sldMkLst>
        <pc:spChg chg="mod">
          <ac:chgData name="gui.ifsp11@gmail.com" userId="S::urn:spo:guest#gui.ifsp11@gmail.com::" providerId="AD" clId="Web-{725CC604-83FA-6898-961E-708894343FB5}" dt="2023-07-24T14:36:38.782" v="52" actId="20577"/>
          <ac:spMkLst>
            <pc:docMk/>
            <pc:sldMk cId="2315204132" sldId="277"/>
            <ac:spMk id="168" creationId="{00000000-0000-0000-0000-000000000000}"/>
          </ac:spMkLst>
        </pc:spChg>
      </pc:sldChg>
      <pc:sldChg chg="addSp delSp modSp">
        <pc:chgData name="gui.ifsp11@gmail.com" userId="S::urn:spo:guest#gui.ifsp11@gmail.com::" providerId="AD" clId="Web-{725CC604-83FA-6898-961E-708894343FB5}" dt="2023-07-24T14:55:13.402" v="557"/>
        <pc:sldMkLst>
          <pc:docMk/>
          <pc:sldMk cId="1541066508" sldId="285"/>
        </pc:sldMkLst>
        <pc:spChg chg="add del">
          <ac:chgData name="gui.ifsp11@gmail.com" userId="S::urn:spo:guest#gui.ifsp11@gmail.com::" providerId="AD" clId="Web-{725CC604-83FA-6898-961E-708894343FB5}" dt="2023-07-24T14:55:07.027" v="555"/>
          <ac:spMkLst>
            <pc:docMk/>
            <pc:sldMk cId="1541066508" sldId="285"/>
            <ac:spMk id="7" creationId="{BB288D03-6104-3D1D-EDB2-8A6E1B338ABA}"/>
          </ac:spMkLst>
        </pc:spChg>
        <pc:picChg chg="add mod">
          <ac:chgData name="gui.ifsp11@gmail.com" userId="S::urn:spo:guest#gui.ifsp11@gmail.com::" providerId="AD" clId="Web-{725CC604-83FA-6898-961E-708894343FB5}" dt="2023-07-24T14:54:53.293" v="552" actId="14100"/>
          <ac:picMkLst>
            <pc:docMk/>
            <pc:sldMk cId="1541066508" sldId="285"/>
            <ac:picMk id="2" creationId="{97778162-A406-6571-920A-CB26D551906C}"/>
          </ac:picMkLst>
        </pc:picChg>
        <pc:picChg chg="add del">
          <ac:chgData name="gui.ifsp11@gmail.com" userId="S::urn:spo:guest#gui.ifsp11@gmail.com::" providerId="AD" clId="Web-{725CC604-83FA-6898-961E-708894343FB5}" dt="2023-07-24T14:55:13.402" v="557"/>
          <ac:picMkLst>
            <pc:docMk/>
            <pc:sldMk cId="1541066508" sldId="285"/>
            <ac:picMk id="4" creationId="{FA29D308-D44E-E1FB-C5CA-9C1FD2699B3D}"/>
          </ac:picMkLst>
        </pc:picChg>
      </pc:sldChg>
      <pc:sldChg chg="del">
        <pc:chgData name="gui.ifsp11@gmail.com" userId="S::urn:spo:guest#gui.ifsp11@gmail.com::" providerId="AD" clId="Web-{725CC604-83FA-6898-961E-708894343FB5}" dt="2023-07-24T14:45:33.357" v="70"/>
        <pc:sldMkLst>
          <pc:docMk/>
          <pc:sldMk cId="3035913142" sldId="286"/>
        </pc:sldMkLst>
      </pc:sldChg>
      <pc:sldChg chg="modSp">
        <pc:chgData name="gui.ifsp11@gmail.com" userId="S::urn:spo:guest#gui.ifsp11@gmail.com::" providerId="AD" clId="Web-{725CC604-83FA-6898-961E-708894343FB5}" dt="2023-07-24T14:49:28.129" v="282" actId="20577"/>
        <pc:sldMkLst>
          <pc:docMk/>
          <pc:sldMk cId="2436521811" sldId="287"/>
        </pc:sldMkLst>
        <pc:spChg chg="mod">
          <ac:chgData name="gui.ifsp11@gmail.com" userId="S::urn:spo:guest#gui.ifsp11@gmail.com::" providerId="AD" clId="Web-{725CC604-83FA-6898-961E-708894343FB5}" dt="2023-07-24T14:49:28.129" v="282" actId="20577"/>
          <ac:spMkLst>
            <pc:docMk/>
            <pc:sldMk cId="2436521811" sldId="287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4:48:10.720" v="193" actId="20577"/>
          <ac:spMkLst>
            <pc:docMk/>
            <pc:sldMk cId="2436521811" sldId="287"/>
            <ac:spMk id="204" creationId="{00000000-0000-0000-0000-000000000000}"/>
          </ac:spMkLst>
        </pc:spChg>
      </pc:sldChg>
      <pc:sldChg chg="del">
        <pc:chgData name="gui.ifsp11@gmail.com" userId="S::urn:spo:guest#gui.ifsp11@gmail.com::" providerId="AD" clId="Web-{725CC604-83FA-6898-961E-708894343FB5}" dt="2023-07-24T14:52:09.304" v="437"/>
        <pc:sldMkLst>
          <pc:docMk/>
          <pc:sldMk cId="3813909641" sldId="288"/>
        </pc:sldMkLst>
      </pc:sldChg>
      <pc:sldChg chg="del">
        <pc:chgData name="gui.ifsp11@gmail.com" userId="S::urn:spo:guest#gui.ifsp11@gmail.com::" providerId="AD" clId="Web-{725CC604-83FA-6898-961E-708894343FB5}" dt="2023-07-24T14:53:31.728" v="515"/>
        <pc:sldMkLst>
          <pc:docMk/>
          <pc:sldMk cId="3380244535" sldId="289"/>
        </pc:sldMkLst>
      </pc:sldChg>
      <pc:sldChg chg="del">
        <pc:chgData name="gui.ifsp11@gmail.com" userId="S::urn:spo:guest#gui.ifsp11@gmail.com::" providerId="AD" clId="Web-{725CC604-83FA-6898-961E-708894343FB5}" dt="2023-07-24T14:53:38.463" v="516"/>
        <pc:sldMkLst>
          <pc:docMk/>
          <pc:sldMk cId="350892751" sldId="291"/>
        </pc:sldMkLst>
      </pc:sldChg>
      <pc:sldChg chg="del">
        <pc:chgData name="gui.ifsp11@gmail.com" userId="S::urn:spo:guest#gui.ifsp11@gmail.com::" providerId="AD" clId="Web-{725CC604-83FA-6898-961E-708894343FB5}" dt="2023-07-24T14:53:41.088" v="517"/>
        <pc:sldMkLst>
          <pc:docMk/>
          <pc:sldMk cId="1214662181" sldId="292"/>
        </pc:sldMkLst>
      </pc:sldChg>
      <pc:sldChg chg="del">
        <pc:chgData name="gui.ifsp11@gmail.com" userId="S::urn:spo:guest#gui.ifsp11@gmail.com::" providerId="AD" clId="Web-{725CC604-83FA-6898-961E-708894343FB5}" dt="2023-07-24T14:53:41.650" v="519"/>
        <pc:sldMkLst>
          <pc:docMk/>
          <pc:sldMk cId="3232525608" sldId="293"/>
        </pc:sldMkLst>
      </pc:sldChg>
      <pc:sldChg chg="del">
        <pc:chgData name="gui.ifsp11@gmail.com" userId="S::urn:spo:guest#gui.ifsp11@gmail.com::" providerId="AD" clId="Web-{725CC604-83FA-6898-961E-708894343FB5}" dt="2023-07-24T14:53:41.619" v="518"/>
        <pc:sldMkLst>
          <pc:docMk/>
          <pc:sldMk cId="1292702605" sldId="294"/>
        </pc:sldMkLst>
      </pc:sldChg>
      <pc:sldChg chg="del">
        <pc:chgData name="gui.ifsp11@gmail.com" userId="S::urn:spo:guest#gui.ifsp11@gmail.com::" providerId="AD" clId="Web-{725CC604-83FA-6898-961E-708894343FB5}" dt="2023-07-24T14:53:41.713" v="520"/>
        <pc:sldMkLst>
          <pc:docMk/>
          <pc:sldMk cId="2759990096" sldId="295"/>
        </pc:sldMkLst>
      </pc:sldChg>
      <pc:sldChg chg="del">
        <pc:chgData name="gui.ifsp11@gmail.com" userId="S::urn:spo:guest#gui.ifsp11@gmail.com::" providerId="AD" clId="Web-{725CC604-83FA-6898-961E-708894343FB5}" dt="2023-07-24T14:53:42.728" v="522"/>
        <pc:sldMkLst>
          <pc:docMk/>
          <pc:sldMk cId="1170869944" sldId="296"/>
        </pc:sldMkLst>
      </pc:sldChg>
      <pc:sldChg chg="del">
        <pc:chgData name="gui.ifsp11@gmail.com" userId="S::urn:spo:guest#gui.ifsp11@gmail.com::" providerId="AD" clId="Web-{725CC604-83FA-6898-961E-708894343FB5}" dt="2023-07-24T14:53:42.150" v="521"/>
        <pc:sldMkLst>
          <pc:docMk/>
          <pc:sldMk cId="1632331382" sldId="297"/>
        </pc:sldMkLst>
      </pc:sldChg>
      <pc:sldChg chg="del">
        <pc:chgData name="gui.ifsp11@gmail.com" userId="S::urn:spo:guest#gui.ifsp11@gmail.com::" providerId="AD" clId="Web-{725CC604-83FA-6898-961E-708894343FB5}" dt="2023-07-24T14:53:42.838" v="523"/>
        <pc:sldMkLst>
          <pc:docMk/>
          <pc:sldMk cId="703278229" sldId="298"/>
        </pc:sldMkLst>
      </pc:sldChg>
      <pc:sldChg chg="del">
        <pc:chgData name="gui.ifsp11@gmail.com" userId="S::urn:spo:guest#gui.ifsp11@gmail.com::" providerId="AD" clId="Web-{725CC604-83FA-6898-961E-708894343FB5}" dt="2023-07-24T14:53:43.416" v="524"/>
        <pc:sldMkLst>
          <pc:docMk/>
          <pc:sldMk cId="3331914111" sldId="299"/>
        </pc:sldMkLst>
      </pc:sldChg>
      <pc:sldChg chg="del">
        <pc:chgData name="gui.ifsp11@gmail.com" userId="S::urn:spo:guest#gui.ifsp11@gmail.com::" providerId="AD" clId="Web-{725CC604-83FA-6898-961E-708894343FB5}" dt="2023-07-24T14:53:43.494" v="525"/>
        <pc:sldMkLst>
          <pc:docMk/>
          <pc:sldMk cId="1995888206" sldId="300"/>
        </pc:sldMkLst>
      </pc:sldChg>
      <pc:sldChg chg="del">
        <pc:chgData name="gui.ifsp11@gmail.com" userId="S::urn:spo:guest#gui.ifsp11@gmail.com::" providerId="AD" clId="Web-{725CC604-83FA-6898-961E-708894343FB5}" dt="2023-07-24T14:53:44.963" v="528"/>
        <pc:sldMkLst>
          <pc:docMk/>
          <pc:sldMk cId="1132208312" sldId="301"/>
        </pc:sldMkLst>
      </pc:sldChg>
      <pc:sldChg chg="del">
        <pc:chgData name="gui.ifsp11@gmail.com" userId="S::urn:spo:guest#gui.ifsp11@gmail.com::" providerId="AD" clId="Web-{725CC604-83FA-6898-961E-708894343FB5}" dt="2023-07-24T14:53:44.275" v="527"/>
        <pc:sldMkLst>
          <pc:docMk/>
          <pc:sldMk cId="2061612397" sldId="302"/>
        </pc:sldMkLst>
      </pc:sldChg>
      <pc:sldChg chg="del">
        <pc:chgData name="gui.ifsp11@gmail.com" userId="S::urn:spo:guest#gui.ifsp11@gmail.com::" providerId="AD" clId="Web-{725CC604-83FA-6898-961E-708894343FB5}" dt="2023-07-24T14:53:43.650" v="526"/>
        <pc:sldMkLst>
          <pc:docMk/>
          <pc:sldMk cId="3306360464" sldId="303"/>
        </pc:sldMkLst>
      </pc:sldChg>
      <pc:sldChg chg="del">
        <pc:chgData name="gui.ifsp11@gmail.com" userId="S::urn:spo:guest#gui.ifsp11@gmail.com::" providerId="AD" clId="Web-{725CC604-83FA-6898-961E-708894343FB5}" dt="2023-07-24T14:53:51.166" v="534"/>
        <pc:sldMkLst>
          <pc:docMk/>
          <pc:sldMk cId="1786416513" sldId="304"/>
        </pc:sldMkLst>
      </pc:sldChg>
      <pc:sldChg chg="del">
        <pc:chgData name="gui.ifsp11@gmail.com" userId="S::urn:spo:guest#gui.ifsp11@gmail.com::" providerId="AD" clId="Web-{725CC604-83FA-6898-961E-708894343FB5}" dt="2023-07-24T14:53:46.197" v="530"/>
        <pc:sldMkLst>
          <pc:docMk/>
          <pc:sldMk cId="2988452638" sldId="305"/>
        </pc:sldMkLst>
      </pc:sldChg>
      <pc:sldChg chg="del">
        <pc:chgData name="gui.ifsp11@gmail.com" userId="S::urn:spo:guest#gui.ifsp11@gmail.com::" providerId="AD" clId="Web-{725CC604-83FA-6898-961E-708894343FB5}" dt="2023-07-24T14:53:45.557" v="529"/>
        <pc:sldMkLst>
          <pc:docMk/>
          <pc:sldMk cId="977383600" sldId="306"/>
        </pc:sldMkLst>
      </pc:sldChg>
      <pc:sldChg chg="del">
        <pc:chgData name="gui.ifsp11@gmail.com" userId="S::urn:spo:guest#gui.ifsp11@gmail.com::" providerId="AD" clId="Web-{725CC604-83FA-6898-961E-708894343FB5}" dt="2023-07-24T14:53:46.916" v="531"/>
        <pc:sldMkLst>
          <pc:docMk/>
          <pc:sldMk cId="2381509474" sldId="307"/>
        </pc:sldMkLst>
      </pc:sldChg>
      <pc:sldChg chg="del">
        <pc:chgData name="gui.ifsp11@gmail.com" userId="S::urn:spo:guest#gui.ifsp11@gmail.com::" providerId="AD" clId="Web-{725CC604-83FA-6898-961E-708894343FB5}" dt="2023-07-24T14:53:47.650" v="532"/>
        <pc:sldMkLst>
          <pc:docMk/>
          <pc:sldMk cId="301691224" sldId="308"/>
        </pc:sldMkLst>
      </pc:sldChg>
      <pc:sldChg chg="del">
        <pc:chgData name="gui.ifsp11@gmail.com" userId="S::urn:spo:guest#gui.ifsp11@gmail.com::" providerId="AD" clId="Web-{725CC604-83FA-6898-961E-708894343FB5}" dt="2023-07-24T14:53:48.025" v="533"/>
        <pc:sldMkLst>
          <pc:docMk/>
          <pc:sldMk cId="99139235" sldId="309"/>
        </pc:sldMkLst>
      </pc:sldChg>
      <pc:sldChg chg="del">
        <pc:chgData name="gui.ifsp11@gmail.com" userId="S::urn:spo:guest#gui.ifsp11@gmail.com::" providerId="AD" clId="Web-{725CC604-83FA-6898-961E-708894343FB5}" dt="2023-07-24T14:53:51.900" v="535"/>
        <pc:sldMkLst>
          <pc:docMk/>
          <pc:sldMk cId="1607397973" sldId="310"/>
        </pc:sldMkLst>
      </pc:sldChg>
      <pc:sldChg chg="del">
        <pc:chgData name="gui.ifsp11@gmail.com" userId="S::urn:spo:guest#gui.ifsp11@gmail.com::" providerId="AD" clId="Web-{725CC604-83FA-6898-961E-708894343FB5}" dt="2023-07-24T14:53:52.776" v="536"/>
        <pc:sldMkLst>
          <pc:docMk/>
          <pc:sldMk cId="2184875645" sldId="311"/>
        </pc:sldMkLst>
      </pc:sldChg>
      <pc:sldChg chg="del">
        <pc:chgData name="gui.ifsp11@gmail.com" userId="S::urn:spo:guest#gui.ifsp11@gmail.com::" providerId="AD" clId="Web-{725CC604-83FA-6898-961E-708894343FB5}" dt="2023-07-24T14:53:53.619" v="537"/>
        <pc:sldMkLst>
          <pc:docMk/>
          <pc:sldMk cId="1212098172" sldId="312"/>
        </pc:sldMkLst>
      </pc:sldChg>
      <pc:sldChg chg="del">
        <pc:chgData name="gui.ifsp11@gmail.com" userId="S::urn:spo:guest#gui.ifsp11@gmail.com::" providerId="AD" clId="Web-{725CC604-83FA-6898-961E-708894343FB5}" dt="2023-07-24T14:53:53.635" v="538"/>
        <pc:sldMkLst>
          <pc:docMk/>
          <pc:sldMk cId="25838545" sldId="313"/>
        </pc:sldMkLst>
      </pc:sldChg>
      <pc:sldChg chg="del">
        <pc:chgData name="gui.ifsp11@gmail.com" userId="S::urn:spo:guest#gui.ifsp11@gmail.com::" providerId="AD" clId="Web-{725CC604-83FA-6898-961E-708894343FB5}" dt="2023-07-24T14:53:54.697" v="540"/>
        <pc:sldMkLst>
          <pc:docMk/>
          <pc:sldMk cId="4225045208" sldId="314"/>
        </pc:sldMkLst>
      </pc:sldChg>
      <pc:sldChg chg="del">
        <pc:chgData name="gui.ifsp11@gmail.com" userId="S::urn:spo:guest#gui.ifsp11@gmail.com::" providerId="AD" clId="Web-{725CC604-83FA-6898-961E-708894343FB5}" dt="2023-07-24T14:53:54.166" v="539"/>
        <pc:sldMkLst>
          <pc:docMk/>
          <pc:sldMk cId="1364592717" sldId="315"/>
        </pc:sldMkLst>
      </pc:sldChg>
      <pc:sldChg chg="del">
        <pc:chgData name="gui.ifsp11@gmail.com" userId="S::urn:spo:guest#gui.ifsp11@gmail.com::" providerId="AD" clId="Web-{725CC604-83FA-6898-961E-708894343FB5}" dt="2023-07-24T14:53:55.916" v="542"/>
        <pc:sldMkLst>
          <pc:docMk/>
          <pc:sldMk cId="1004250494" sldId="316"/>
        </pc:sldMkLst>
      </pc:sldChg>
      <pc:sldChg chg="del">
        <pc:chgData name="gui.ifsp11@gmail.com" userId="S::urn:spo:guest#gui.ifsp11@gmail.com::" providerId="AD" clId="Web-{725CC604-83FA-6898-961E-708894343FB5}" dt="2023-07-24T14:53:55.291" v="541"/>
        <pc:sldMkLst>
          <pc:docMk/>
          <pc:sldMk cId="620983309" sldId="317"/>
        </pc:sldMkLst>
      </pc:sldChg>
      <pc:sldChg chg="del">
        <pc:chgData name="gui.ifsp11@gmail.com" userId="S::urn:spo:guest#gui.ifsp11@gmail.com::" providerId="AD" clId="Web-{725CC604-83FA-6898-961E-708894343FB5}" dt="2023-07-24T14:53:56.385" v="543"/>
        <pc:sldMkLst>
          <pc:docMk/>
          <pc:sldMk cId="3127244681" sldId="318"/>
        </pc:sldMkLst>
      </pc:sldChg>
      <pc:sldChg chg="del">
        <pc:chgData name="gui.ifsp11@gmail.com" userId="S::urn:spo:guest#gui.ifsp11@gmail.com::" providerId="AD" clId="Web-{725CC604-83FA-6898-961E-708894343FB5}" dt="2023-07-24T14:53:56.479" v="544"/>
        <pc:sldMkLst>
          <pc:docMk/>
          <pc:sldMk cId="3468286147" sldId="319"/>
        </pc:sldMkLst>
      </pc:sldChg>
      <pc:sldChg chg="del">
        <pc:chgData name="gui.ifsp11@gmail.com" userId="S::urn:spo:guest#gui.ifsp11@gmail.com::" providerId="AD" clId="Web-{725CC604-83FA-6898-961E-708894343FB5}" dt="2023-07-24T14:53:56.901" v="545"/>
        <pc:sldMkLst>
          <pc:docMk/>
          <pc:sldMk cId="3978964714" sldId="320"/>
        </pc:sldMkLst>
      </pc:sldChg>
      <pc:sldChg chg="del">
        <pc:chgData name="gui.ifsp11@gmail.com" userId="S::urn:spo:guest#gui.ifsp11@gmail.com::" providerId="AD" clId="Web-{725CC604-83FA-6898-961E-708894343FB5}" dt="2023-07-24T14:53:57.385" v="546"/>
        <pc:sldMkLst>
          <pc:docMk/>
          <pc:sldMk cId="762388177" sldId="321"/>
        </pc:sldMkLst>
      </pc:sldChg>
      <pc:sldChg chg="del">
        <pc:chgData name="gui.ifsp11@gmail.com" userId="S::urn:spo:guest#gui.ifsp11@gmail.com::" providerId="AD" clId="Web-{725CC604-83FA-6898-961E-708894343FB5}" dt="2023-07-24T14:54:01.994" v="548"/>
        <pc:sldMkLst>
          <pc:docMk/>
          <pc:sldMk cId="3661505826" sldId="322"/>
        </pc:sldMkLst>
      </pc:sldChg>
      <pc:sldChg chg="del">
        <pc:chgData name="gui.ifsp11@gmail.com" userId="S::urn:spo:guest#gui.ifsp11@gmail.com::" providerId="AD" clId="Web-{725CC604-83FA-6898-961E-708894343FB5}" dt="2023-07-24T14:54:00.557" v="547"/>
        <pc:sldMkLst>
          <pc:docMk/>
          <pc:sldMk cId="3071487662" sldId="323"/>
        </pc:sldMkLst>
      </pc:sldChg>
      <pc:sldChg chg="del">
        <pc:chgData name="gui.ifsp11@gmail.com" userId="S::urn:spo:guest#gui.ifsp11@gmail.com::" providerId="AD" clId="Web-{725CC604-83FA-6898-961E-708894343FB5}" dt="2023-07-24T14:54:03.073" v="549"/>
        <pc:sldMkLst>
          <pc:docMk/>
          <pc:sldMk cId="1690004142" sldId="324"/>
        </pc:sldMkLst>
      </pc:sldChg>
      <pc:sldChg chg="modSp add replId">
        <pc:chgData name="gui.ifsp11@gmail.com" userId="S::urn:spo:guest#gui.ifsp11@gmail.com::" providerId="AD" clId="Web-{725CC604-83FA-6898-961E-708894343FB5}" dt="2023-07-24T19:28:41.002" v="1616" actId="20577"/>
        <pc:sldMkLst>
          <pc:docMk/>
          <pc:sldMk cId="2099028958" sldId="325"/>
        </pc:sldMkLst>
        <pc:spChg chg="mod">
          <ac:chgData name="gui.ifsp11@gmail.com" userId="S::urn:spo:guest#gui.ifsp11@gmail.com::" providerId="AD" clId="Web-{725CC604-83FA-6898-961E-708894343FB5}" dt="2023-07-24T19:28:41.002" v="1616" actId="20577"/>
          <ac:spMkLst>
            <pc:docMk/>
            <pc:sldMk cId="2099028958" sldId="325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4:49:18.706" v="279" actId="20577"/>
          <ac:spMkLst>
            <pc:docMk/>
            <pc:sldMk cId="2099028958" sldId="325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725CC604-83FA-6898-961E-708894343FB5}" dt="2023-07-24T14:53:25.290" v="514" actId="20577"/>
        <pc:sldMkLst>
          <pc:docMk/>
          <pc:sldMk cId="2829306371" sldId="326"/>
        </pc:sldMkLst>
        <pc:spChg chg="mod">
          <ac:chgData name="gui.ifsp11@gmail.com" userId="S::urn:spo:guest#gui.ifsp11@gmail.com::" providerId="AD" clId="Web-{725CC604-83FA-6898-961E-708894343FB5}" dt="2023-07-24T14:53:25.290" v="514" actId="20577"/>
          <ac:spMkLst>
            <pc:docMk/>
            <pc:sldMk cId="2829306371" sldId="326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4:52:41.930" v="460" actId="20577"/>
          <ac:spMkLst>
            <pc:docMk/>
            <pc:sldMk cId="2829306371" sldId="326"/>
            <ac:spMk id="204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725CC604-83FA-6898-961E-708894343FB5}" dt="2023-07-24T14:52:22.101" v="441" actId="20577"/>
        <pc:sldMkLst>
          <pc:docMk/>
          <pc:sldMk cId="2387653451" sldId="327"/>
        </pc:sldMkLst>
        <pc:spChg chg="mod">
          <ac:chgData name="gui.ifsp11@gmail.com" userId="S::urn:spo:guest#gui.ifsp11@gmail.com::" providerId="AD" clId="Web-{725CC604-83FA-6898-961E-708894343FB5}" dt="2023-07-24T14:52:22.101" v="441" actId="20577"/>
          <ac:spMkLst>
            <pc:docMk/>
            <pc:sldMk cId="2387653451" sldId="327"/>
            <ac:spMk id="196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725CC604-83FA-6898-961E-708894343FB5}" dt="2023-07-24T18:49:54.368" v="1335" actId="20577"/>
        <pc:sldMkLst>
          <pc:docMk/>
          <pc:sldMk cId="2642046658" sldId="328"/>
        </pc:sldMkLst>
        <pc:spChg chg="mod">
          <ac:chgData name="gui.ifsp11@gmail.com" userId="S::urn:spo:guest#gui.ifsp11@gmail.com::" providerId="AD" clId="Web-{725CC604-83FA-6898-961E-708894343FB5}" dt="2023-07-24T18:49:54.368" v="1335" actId="20577"/>
          <ac:spMkLst>
            <pc:docMk/>
            <pc:sldMk cId="2642046658" sldId="328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8:48:46.426" v="1279" actId="20577"/>
          <ac:spMkLst>
            <pc:docMk/>
            <pc:sldMk cId="2642046658" sldId="328"/>
            <ac:spMk id="204" creationId="{00000000-0000-0000-0000-000000000000}"/>
          </ac:spMkLst>
        </pc:spChg>
      </pc:sldChg>
      <pc:sldChg chg="addSp delSp modSp add ord replId">
        <pc:chgData name="gui.ifsp11@gmail.com" userId="S::urn:spo:guest#gui.ifsp11@gmail.com::" providerId="AD" clId="Web-{725CC604-83FA-6898-961E-708894343FB5}" dt="2023-07-24T18:50:31.948" v="1339"/>
        <pc:sldMkLst>
          <pc:docMk/>
          <pc:sldMk cId="4263370433" sldId="329"/>
        </pc:sldMkLst>
        <pc:picChg chg="del">
          <ac:chgData name="gui.ifsp11@gmail.com" userId="S::urn:spo:guest#gui.ifsp11@gmail.com::" providerId="AD" clId="Web-{725CC604-83FA-6898-961E-708894343FB5}" dt="2023-07-24T14:57:44.016" v="613"/>
          <ac:picMkLst>
            <pc:docMk/>
            <pc:sldMk cId="4263370433" sldId="329"/>
            <ac:picMk id="2" creationId="{97778162-A406-6571-920A-CB26D551906C}"/>
          </ac:picMkLst>
        </pc:picChg>
        <pc:picChg chg="add mod">
          <ac:chgData name="gui.ifsp11@gmail.com" userId="S::urn:spo:guest#gui.ifsp11@gmail.com::" providerId="AD" clId="Web-{725CC604-83FA-6898-961E-708894343FB5}" dt="2023-07-24T18:50:30.261" v="1338" actId="14100"/>
          <ac:picMkLst>
            <pc:docMk/>
            <pc:sldMk cId="4263370433" sldId="329"/>
            <ac:picMk id="2" creationId="{99A82A26-D254-8F38-78AD-DC12BF065CC9}"/>
          </ac:picMkLst>
        </pc:picChg>
        <pc:picChg chg="add del mod ord">
          <ac:chgData name="gui.ifsp11@gmail.com" userId="S::urn:spo:guest#gui.ifsp11@gmail.com::" providerId="AD" clId="Web-{725CC604-83FA-6898-961E-708894343FB5}" dt="2023-07-24T18:50:31.948" v="1339"/>
          <ac:picMkLst>
            <pc:docMk/>
            <pc:sldMk cId="4263370433" sldId="329"/>
            <ac:picMk id="4" creationId="{197A1C85-E5FE-BB29-2700-B54E30EDAA07}"/>
          </ac:picMkLst>
        </pc:picChg>
        <pc:picChg chg="add del mod">
          <ac:chgData name="gui.ifsp11@gmail.com" userId="S::urn:spo:guest#gui.ifsp11@gmail.com::" providerId="AD" clId="Web-{725CC604-83FA-6898-961E-708894343FB5}" dt="2023-07-24T15:11:46.223" v="897"/>
          <ac:picMkLst>
            <pc:docMk/>
            <pc:sldMk cId="4263370433" sldId="329"/>
            <ac:picMk id="5" creationId="{A7FF389B-2652-C481-DB1F-199BCEA0CFDB}"/>
          </ac:picMkLst>
        </pc:picChg>
      </pc:sldChg>
      <pc:sldChg chg="addSp delSp modSp add replId">
        <pc:chgData name="gui.ifsp11@gmail.com" userId="S::urn:spo:guest#gui.ifsp11@gmail.com::" providerId="AD" clId="Web-{725CC604-83FA-6898-961E-708894343FB5}" dt="2023-07-24T15:03:26.680" v="680"/>
        <pc:sldMkLst>
          <pc:docMk/>
          <pc:sldMk cId="2384663550" sldId="330"/>
        </pc:sldMkLst>
        <pc:picChg chg="add mod">
          <ac:chgData name="gui.ifsp11@gmail.com" userId="S::urn:spo:guest#gui.ifsp11@gmail.com::" providerId="AD" clId="Web-{725CC604-83FA-6898-961E-708894343FB5}" dt="2023-07-24T15:03:22.570" v="679"/>
          <ac:picMkLst>
            <pc:docMk/>
            <pc:sldMk cId="2384663550" sldId="330"/>
            <ac:picMk id="2" creationId="{9E516B64-F7C6-4E9B-06F8-E24AF4E2DB79}"/>
          </ac:picMkLst>
        </pc:picChg>
        <pc:picChg chg="del">
          <ac:chgData name="gui.ifsp11@gmail.com" userId="S::urn:spo:guest#gui.ifsp11@gmail.com::" providerId="AD" clId="Web-{725CC604-83FA-6898-961E-708894343FB5}" dt="2023-07-24T15:03:26.680" v="680"/>
          <ac:picMkLst>
            <pc:docMk/>
            <pc:sldMk cId="2384663550" sldId="330"/>
            <ac:picMk id="4" creationId="{197A1C85-E5FE-BB29-2700-B54E30EDAA07}"/>
          </ac:picMkLst>
        </pc:picChg>
      </pc:sldChg>
      <pc:sldChg chg="modSp add replId">
        <pc:chgData name="gui.ifsp11@gmail.com" userId="S::urn:spo:guest#gui.ifsp11@gmail.com::" providerId="AD" clId="Web-{725CC604-83FA-6898-961E-708894343FB5}" dt="2023-07-24T15:15:20.212" v="969" actId="20577"/>
        <pc:sldMkLst>
          <pc:docMk/>
          <pc:sldMk cId="934752893" sldId="331"/>
        </pc:sldMkLst>
        <pc:spChg chg="mod">
          <ac:chgData name="gui.ifsp11@gmail.com" userId="S::urn:spo:guest#gui.ifsp11@gmail.com::" providerId="AD" clId="Web-{725CC604-83FA-6898-961E-708894343FB5}" dt="2023-07-24T15:02:35.366" v="674" actId="20577"/>
          <ac:spMkLst>
            <pc:docMk/>
            <pc:sldMk cId="934752893" sldId="331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5:15:20.212" v="969" actId="20577"/>
          <ac:spMkLst>
            <pc:docMk/>
            <pc:sldMk cId="934752893" sldId="331"/>
            <ac:spMk id="204" creationId="{00000000-0000-0000-0000-000000000000}"/>
          </ac:spMkLst>
        </pc:spChg>
      </pc:sldChg>
      <pc:sldChg chg="addSp delSp modSp add replId">
        <pc:chgData name="gui.ifsp11@gmail.com" userId="S::urn:spo:guest#gui.ifsp11@gmail.com::" providerId="AD" clId="Web-{725CC604-83FA-6898-961E-708894343FB5}" dt="2023-07-24T15:07:37.358" v="852"/>
        <pc:sldMkLst>
          <pc:docMk/>
          <pc:sldMk cId="3031069637" sldId="332"/>
        </pc:sldMkLst>
        <pc:picChg chg="add mod">
          <ac:chgData name="gui.ifsp11@gmail.com" userId="S::urn:spo:guest#gui.ifsp11@gmail.com::" providerId="AD" clId="Web-{725CC604-83FA-6898-961E-708894343FB5}" dt="2023-07-24T15:07:34.998" v="851" actId="14100"/>
          <ac:picMkLst>
            <pc:docMk/>
            <pc:sldMk cId="3031069637" sldId="332"/>
            <ac:picMk id="2" creationId="{4BDF4D69-9193-0F2B-FA4F-EB388A99CB6E}"/>
          </ac:picMkLst>
        </pc:picChg>
        <pc:picChg chg="del">
          <ac:chgData name="gui.ifsp11@gmail.com" userId="S::urn:spo:guest#gui.ifsp11@gmail.com::" providerId="AD" clId="Web-{725CC604-83FA-6898-961E-708894343FB5}" dt="2023-07-24T15:07:37.358" v="852"/>
          <ac:picMkLst>
            <pc:docMk/>
            <pc:sldMk cId="3031069637" sldId="332"/>
            <ac:picMk id="4" creationId="{197A1C85-E5FE-BB29-2700-B54E30EDAA07}"/>
          </ac:picMkLst>
        </pc:picChg>
      </pc:sldChg>
      <pc:sldChg chg="modSp add replId">
        <pc:chgData name="gui.ifsp11@gmail.com" userId="S::urn:spo:guest#gui.ifsp11@gmail.com::" providerId="AD" clId="Web-{725CC604-83FA-6898-961E-708894343FB5}" dt="2023-07-24T15:12:26.365" v="914" actId="20577"/>
        <pc:sldMkLst>
          <pc:docMk/>
          <pc:sldMk cId="1134622723" sldId="333"/>
        </pc:sldMkLst>
        <pc:spChg chg="mod">
          <ac:chgData name="gui.ifsp11@gmail.com" userId="S::urn:spo:guest#gui.ifsp11@gmail.com::" providerId="AD" clId="Web-{725CC604-83FA-6898-961E-708894343FB5}" dt="2023-07-24T15:06:38.231" v="847" actId="20577"/>
          <ac:spMkLst>
            <pc:docMk/>
            <pc:sldMk cId="1134622723" sldId="333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5:12:26.365" v="914" actId="20577"/>
          <ac:spMkLst>
            <pc:docMk/>
            <pc:sldMk cId="1134622723" sldId="333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725CC604-83FA-6898-961E-708894343FB5}" dt="2023-07-24T15:12:57.022" v="924" actId="20577"/>
        <pc:sldMkLst>
          <pc:docMk/>
          <pc:sldMk cId="1736911847" sldId="334"/>
        </pc:sldMkLst>
        <pc:spChg chg="mod">
          <ac:chgData name="gui.ifsp11@gmail.com" userId="S::urn:spo:guest#gui.ifsp11@gmail.com::" providerId="AD" clId="Web-{725CC604-83FA-6898-961E-708894343FB5}" dt="2023-07-24T15:06:33.450" v="845" actId="20577"/>
          <ac:spMkLst>
            <pc:docMk/>
            <pc:sldMk cId="1736911847" sldId="334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5:12:57.022" v="924" actId="20577"/>
          <ac:spMkLst>
            <pc:docMk/>
            <pc:sldMk cId="1736911847" sldId="334"/>
            <ac:spMk id="204" creationId="{00000000-0000-0000-0000-000000000000}"/>
          </ac:spMkLst>
        </pc:spChg>
      </pc:sldChg>
      <pc:sldChg chg="add del replId">
        <pc:chgData name="gui.ifsp11@gmail.com" userId="S::urn:spo:guest#gui.ifsp11@gmail.com::" providerId="AD" clId="Web-{725CC604-83FA-6898-961E-708894343FB5}" dt="2023-07-24T15:09:52.627" v="856"/>
        <pc:sldMkLst>
          <pc:docMk/>
          <pc:sldMk cId="2796755547" sldId="335"/>
        </pc:sldMkLst>
      </pc:sldChg>
      <pc:sldChg chg="add replId">
        <pc:chgData name="gui.ifsp11@gmail.com" userId="S::urn:spo:guest#gui.ifsp11@gmail.com::" providerId="AD" clId="Web-{725CC604-83FA-6898-961E-708894343FB5}" dt="2023-07-24T15:10:04.533" v="857"/>
        <pc:sldMkLst>
          <pc:docMk/>
          <pc:sldMk cId="3090486678" sldId="335"/>
        </pc:sldMkLst>
      </pc:sldChg>
      <pc:sldChg chg="modSp add replId">
        <pc:chgData name="gui.ifsp11@gmail.com" userId="S::urn:spo:guest#gui.ifsp11@gmail.com::" providerId="AD" clId="Web-{725CC604-83FA-6898-961E-708894343FB5}" dt="2023-07-24T15:10:36.675" v="874" actId="20577"/>
        <pc:sldMkLst>
          <pc:docMk/>
          <pc:sldMk cId="3968282392" sldId="336"/>
        </pc:sldMkLst>
        <pc:spChg chg="mod">
          <ac:chgData name="gui.ifsp11@gmail.com" userId="S::urn:spo:guest#gui.ifsp11@gmail.com::" providerId="AD" clId="Web-{725CC604-83FA-6898-961E-708894343FB5}" dt="2023-07-24T15:10:36.675" v="874" actId="20577"/>
          <ac:spMkLst>
            <pc:docMk/>
            <pc:sldMk cId="3968282392" sldId="336"/>
            <ac:spMk id="204" creationId="{00000000-0000-0000-0000-000000000000}"/>
          </ac:spMkLst>
        </pc:spChg>
      </pc:sldChg>
      <pc:sldChg chg="add del replId">
        <pc:chgData name="gui.ifsp11@gmail.com" userId="S::urn:spo:guest#gui.ifsp11@gmail.com::" providerId="AD" clId="Web-{725CC604-83FA-6898-961E-708894343FB5}" dt="2023-07-24T15:09:52.627" v="855"/>
        <pc:sldMkLst>
          <pc:docMk/>
          <pc:sldMk cId="4202330461" sldId="336"/>
        </pc:sldMkLst>
      </pc:sldChg>
      <pc:sldChg chg="modSp add replId">
        <pc:chgData name="gui.ifsp11@gmail.com" userId="S::urn:spo:guest#gui.ifsp11@gmail.com::" providerId="AD" clId="Web-{725CC604-83FA-6898-961E-708894343FB5}" dt="2023-07-24T15:12:11.911" v="909" actId="20577"/>
        <pc:sldMkLst>
          <pc:docMk/>
          <pc:sldMk cId="570059413" sldId="337"/>
        </pc:sldMkLst>
        <pc:spChg chg="mod">
          <ac:chgData name="gui.ifsp11@gmail.com" userId="S::urn:spo:guest#gui.ifsp11@gmail.com::" providerId="AD" clId="Web-{725CC604-83FA-6898-961E-708894343FB5}" dt="2023-07-24T15:12:11.911" v="909" actId="20577"/>
          <ac:spMkLst>
            <pc:docMk/>
            <pc:sldMk cId="570059413" sldId="337"/>
            <ac:spMk id="196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725CC604-83FA-6898-961E-708894343FB5}" dt="2023-07-24T15:15:13.212" v="960" actId="20577"/>
        <pc:sldMkLst>
          <pc:docMk/>
          <pc:sldMk cId="2477614365" sldId="338"/>
        </pc:sldMkLst>
        <pc:spChg chg="mod">
          <ac:chgData name="gui.ifsp11@gmail.com" userId="S::urn:spo:guest#gui.ifsp11@gmail.com::" providerId="AD" clId="Web-{725CC604-83FA-6898-961E-708894343FB5}" dt="2023-07-24T15:15:13.212" v="960" actId="20577"/>
          <ac:spMkLst>
            <pc:docMk/>
            <pc:sldMk cId="2477614365" sldId="338"/>
            <ac:spMk id="196" creationId="{00000000-0000-0000-0000-000000000000}"/>
          </ac:spMkLst>
        </pc:spChg>
      </pc:sldChg>
      <pc:sldChg chg="addSp delSp modSp add replId">
        <pc:chgData name="gui.ifsp11@gmail.com" userId="S::urn:spo:guest#gui.ifsp11@gmail.com::" providerId="AD" clId="Web-{725CC604-83FA-6898-961E-708894343FB5}" dt="2023-07-24T18:39:57.224" v="1039"/>
        <pc:sldMkLst>
          <pc:docMk/>
          <pc:sldMk cId="3821619156" sldId="339"/>
        </pc:sldMkLst>
        <pc:picChg chg="add del">
          <ac:chgData name="gui.ifsp11@gmail.com" userId="S::urn:spo:guest#gui.ifsp11@gmail.com::" providerId="AD" clId="Web-{725CC604-83FA-6898-961E-708894343FB5}" dt="2023-07-24T18:39:57.224" v="1039"/>
          <ac:picMkLst>
            <pc:docMk/>
            <pc:sldMk cId="3821619156" sldId="339"/>
            <ac:picMk id="2" creationId="{97778162-A406-6571-920A-CB26D551906C}"/>
          </ac:picMkLst>
        </pc:picChg>
        <pc:picChg chg="add mod">
          <ac:chgData name="gui.ifsp11@gmail.com" userId="S::urn:spo:guest#gui.ifsp11@gmail.com::" providerId="AD" clId="Web-{725CC604-83FA-6898-961E-708894343FB5}" dt="2023-07-24T18:39:54.333" v="1038" actId="14100"/>
          <ac:picMkLst>
            <pc:docMk/>
            <pc:sldMk cId="3821619156" sldId="339"/>
            <ac:picMk id="4" creationId="{8A503F61-A39D-746C-FBBD-40009C0CE710}"/>
          </ac:picMkLst>
        </pc:picChg>
      </pc:sldChg>
      <pc:sldChg chg="modSp add replId">
        <pc:chgData name="gui.ifsp11@gmail.com" userId="S::urn:spo:guest#gui.ifsp11@gmail.com::" providerId="AD" clId="Web-{725CC604-83FA-6898-961E-708894343FB5}" dt="2023-07-24T18:38:57.377" v="1033" actId="20577"/>
        <pc:sldMkLst>
          <pc:docMk/>
          <pc:sldMk cId="3645253624" sldId="340"/>
        </pc:sldMkLst>
        <pc:spChg chg="mod">
          <ac:chgData name="gui.ifsp11@gmail.com" userId="S::urn:spo:guest#gui.ifsp11@gmail.com::" providerId="AD" clId="Web-{725CC604-83FA-6898-961E-708894343FB5}" dt="2023-07-24T18:38:57.377" v="1033" actId="20577"/>
          <ac:spMkLst>
            <pc:docMk/>
            <pc:sldMk cId="3645253624" sldId="340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8:38:11.327" v="991" actId="20577"/>
          <ac:spMkLst>
            <pc:docMk/>
            <pc:sldMk cId="3645253624" sldId="340"/>
            <ac:spMk id="204" creationId="{00000000-0000-0000-0000-000000000000}"/>
          </ac:spMkLst>
        </pc:spChg>
      </pc:sldChg>
      <pc:sldChg chg="addSp delSp modSp add replId">
        <pc:chgData name="gui.ifsp11@gmail.com" userId="S::urn:spo:guest#gui.ifsp11@gmail.com::" providerId="AD" clId="Web-{725CC604-83FA-6898-961E-708894343FB5}" dt="2023-07-24T18:41:58.965" v="1100"/>
        <pc:sldMkLst>
          <pc:docMk/>
          <pc:sldMk cId="2177084673" sldId="341"/>
        </pc:sldMkLst>
        <pc:picChg chg="add mod">
          <ac:chgData name="gui.ifsp11@gmail.com" userId="S::urn:spo:guest#gui.ifsp11@gmail.com::" providerId="AD" clId="Web-{725CC604-83FA-6898-961E-708894343FB5}" dt="2023-07-24T18:41:56.825" v="1099" actId="14100"/>
          <ac:picMkLst>
            <pc:docMk/>
            <pc:sldMk cId="2177084673" sldId="341"/>
            <ac:picMk id="2" creationId="{660593CF-E6FA-08BC-0F12-EC3C27632E5A}"/>
          </ac:picMkLst>
        </pc:picChg>
        <pc:picChg chg="del">
          <ac:chgData name="gui.ifsp11@gmail.com" userId="S::urn:spo:guest#gui.ifsp11@gmail.com::" providerId="AD" clId="Web-{725CC604-83FA-6898-961E-708894343FB5}" dt="2023-07-24T18:41:58.965" v="1100"/>
          <ac:picMkLst>
            <pc:docMk/>
            <pc:sldMk cId="2177084673" sldId="341"/>
            <ac:picMk id="4" creationId="{8A503F61-A39D-746C-FBBD-40009C0CE710}"/>
          </ac:picMkLst>
        </pc:picChg>
      </pc:sldChg>
      <pc:sldChg chg="modSp add replId">
        <pc:chgData name="gui.ifsp11@gmail.com" userId="S::urn:spo:guest#gui.ifsp11@gmail.com::" providerId="AD" clId="Web-{725CC604-83FA-6898-961E-708894343FB5}" dt="2023-07-24T18:41:09.994" v="1096" actId="20577"/>
        <pc:sldMkLst>
          <pc:docMk/>
          <pc:sldMk cId="3709056830" sldId="342"/>
        </pc:sldMkLst>
        <pc:spChg chg="mod">
          <ac:chgData name="gui.ifsp11@gmail.com" userId="S::urn:spo:guest#gui.ifsp11@gmail.com::" providerId="AD" clId="Web-{725CC604-83FA-6898-961E-708894343FB5}" dt="2023-07-24T18:41:09.994" v="1096" actId="20577"/>
          <ac:spMkLst>
            <pc:docMk/>
            <pc:sldMk cId="3709056830" sldId="342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8:40:17.788" v="1046" actId="20577"/>
          <ac:spMkLst>
            <pc:docMk/>
            <pc:sldMk cId="3709056830" sldId="342"/>
            <ac:spMk id="204" creationId="{00000000-0000-0000-0000-000000000000}"/>
          </ac:spMkLst>
        </pc:spChg>
      </pc:sldChg>
      <pc:sldChg chg="addSp delSp modSp add replId">
        <pc:chgData name="gui.ifsp11@gmail.com" userId="S::urn:spo:guest#gui.ifsp11@gmail.com::" providerId="AD" clId="Web-{725CC604-83FA-6898-961E-708894343FB5}" dt="2023-07-24T18:44:25.880" v="1161"/>
        <pc:sldMkLst>
          <pc:docMk/>
          <pc:sldMk cId="727200916" sldId="343"/>
        </pc:sldMkLst>
        <pc:picChg chg="del">
          <ac:chgData name="gui.ifsp11@gmail.com" userId="S::urn:spo:guest#gui.ifsp11@gmail.com::" providerId="AD" clId="Web-{725CC604-83FA-6898-961E-708894343FB5}" dt="2023-07-24T18:44:25.880" v="1161"/>
          <ac:picMkLst>
            <pc:docMk/>
            <pc:sldMk cId="727200916" sldId="343"/>
            <ac:picMk id="2" creationId="{660593CF-E6FA-08BC-0F12-EC3C27632E5A}"/>
          </ac:picMkLst>
        </pc:picChg>
        <pc:picChg chg="add mod">
          <ac:chgData name="gui.ifsp11@gmail.com" userId="S::urn:spo:guest#gui.ifsp11@gmail.com::" providerId="AD" clId="Web-{725CC604-83FA-6898-961E-708894343FB5}" dt="2023-07-24T18:44:24.083" v="1160" actId="14100"/>
          <ac:picMkLst>
            <pc:docMk/>
            <pc:sldMk cId="727200916" sldId="343"/>
            <ac:picMk id="4" creationId="{B9557A3E-7CAA-B8E1-33EB-4852DA6661C4}"/>
          </ac:picMkLst>
        </pc:picChg>
      </pc:sldChg>
      <pc:sldChg chg="modSp add replId">
        <pc:chgData name="gui.ifsp11@gmail.com" userId="S::urn:spo:guest#gui.ifsp11@gmail.com::" providerId="AD" clId="Web-{725CC604-83FA-6898-961E-708894343FB5}" dt="2023-07-24T18:43:54.535" v="1157" actId="20577"/>
        <pc:sldMkLst>
          <pc:docMk/>
          <pc:sldMk cId="3706194746" sldId="344"/>
        </pc:sldMkLst>
        <pc:spChg chg="mod">
          <ac:chgData name="gui.ifsp11@gmail.com" userId="S::urn:spo:guest#gui.ifsp11@gmail.com::" providerId="AD" clId="Web-{725CC604-83FA-6898-961E-708894343FB5}" dt="2023-07-24T18:43:54.535" v="1157" actId="20577"/>
          <ac:spMkLst>
            <pc:docMk/>
            <pc:sldMk cId="3706194746" sldId="344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8:42:58.125" v="1109" actId="20577"/>
          <ac:spMkLst>
            <pc:docMk/>
            <pc:sldMk cId="3706194746" sldId="344"/>
            <ac:spMk id="204" creationId="{00000000-0000-0000-0000-000000000000}"/>
          </ac:spMkLst>
        </pc:spChg>
      </pc:sldChg>
      <pc:sldChg chg="addSp delSp modSp add replId">
        <pc:chgData name="gui.ifsp11@gmail.com" userId="S::urn:spo:guest#gui.ifsp11@gmail.com::" providerId="AD" clId="Web-{725CC604-83FA-6898-961E-708894343FB5}" dt="2023-07-24T18:48:06.487" v="1266"/>
        <pc:sldMkLst>
          <pc:docMk/>
          <pc:sldMk cId="239949744" sldId="345"/>
        </pc:sldMkLst>
        <pc:picChg chg="add mod">
          <ac:chgData name="gui.ifsp11@gmail.com" userId="S::urn:spo:guest#gui.ifsp11@gmail.com::" providerId="AD" clId="Web-{725CC604-83FA-6898-961E-708894343FB5}" dt="2023-07-24T18:48:02.846" v="1265" actId="14100"/>
          <ac:picMkLst>
            <pc:docMk/>
            <pc:sldMk cId="239949744" sldId="345"/>
            <ac:picMk id="2" creationId="{CF66DCC2-B38B-9FB9-B294-AFA945B33E7F}"/>
          </ac:picMkLst>
        </pc:picChg>
        <pc:picChg chg="del">
          <ac:chgData name="gui.ifsp11@gmail.com" userId="S::urn:spo:guest#gui.ifsp11@gmail.com::" providerId="AD" clId="Web-{725CC604-83FA-6898-961E-708894343FB5}" dt="2023-07-24T18:48:06.487" v="1266"/>
          <ac:picMkLst>
            <pc:docMk/>
            <pc:sldMk cId="239949744" sldId="345"/>
            <ac:picMk id="4" creationId="{B9557A3E-7CAA-B8E1-33EB-4852DA6661C4}"/>
          </ac:picMkLst>
        </pc:picChg>
      </pc:sldChg>
      <pc:sldChg chg="modSp add replId">
        <pc:chgData name="gui.ifsp11@gmail.com" userId="S::urn:spo:guest#gui.ifsp11@gmail.com::" providerId="AD" clId="Web-{725CC604-83FA-6898-961E-708894343FB5}" dt="2023-07-24T18:47:24.625" v="1262" actId="20577"/>
        <pc:sldMkLst>
          <pc:docMk/>
          <pc:sldMk cId="907380906" sldId="346"/>
        </pc:sldMkLst>
        <pc:spChg chg="mod">
          <ac:chgData name="gui.ifsp11@gmail.com" userId="S::urn:spo:guest#gui.ifsp11@gmail.com::" providerId="AD" clId="Web-{725CC604-83FA-6898-961E-708894343FB5}" dt="2023-07-24T18:47:24.625" v="1262" actId="20577"/>
          <ac:spMkLst>
            <pc:docMk/>
            <pc:sldMk cId="907380906" sldId="346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8:45:13.102" v="1180" actId="20577"/>
          <ac:spMkLst>
            <pc:docMk/>
            <pc:sldMk cId="907380906" sldId="346"/>
            <ac:spMk id="204" creationId="{00000000-0000-0000-0000-000000000000}"/>
          </ac:spMkLst>
        </pc:spChg>
      </pc:sldChg>
      <pc:sldChg chg="addSp delSp modSp add replId">
        <pc:chgData name="gui.ifsp11@gmail.com" userId="S::urn:spo:guest#gui.ifsp11@gmail.com::" providerId="AD" clId="Web-{725CC604-83FA-6898-961E-708894343FB5}" dt="2023-07-24T18:57:09.299" v="1407"/>
        <pc:sldMkLst>
          <pc:docMk/>
          <pc:sldMk cId="3848487751" sldId="347"/>
        </pc:sldMkLst>
        <pc:picChg chg="del">
          <ac:chgData name="gui.ifsp11@gmail.com" userId="S::urn:spo:guest#gui.ifsp11@gmail.com::" providerId="AD" clId="Web-{725CC604-83FA-6898-961E-708894343FB5}" dt="2023-07-24T18:57:09.299" v="1407"/>
          <ac:picMkLst>
            <pc:docMk/>
            <pc:sldMk cId="3848487751" sldId="347"/>
            <ac:picMk id="2" creationId="{99A82A26-D254-8F38-78AD-DC12BF065CC9}"/>
          </ac:picMkLst>
        </pc:picChg>
        <pc:picChg chg="add mod">
          <ac:chgData name="gui.ifsp11@gmail.com" userId="S::urn:spo:guest#gui.ifsp11@gmail.com::" providerId="AD" clId="Web-{725CC604-83FA-6898-961E-708894343FB5}" dt="2023-07-24T18:57:07.565" v="1406" actId="14100"/>
          <ac:picMkLst>
            <pc:docMk/>
            <pc:sldMk cId="3848487751" sldId="347"/>
            <ac:picMk id="4" creationId="{F146740C-C12F-5BB4-557B-C0F5549877C6}"/>
          </ac:picMkLst>
        </pc:picChg>
      </pc:sldChg>
      <pc:sldChg chg="modSp add replId">
        <pc:chgData name="gui.ifsp11@gmail.com" userId="S::urn:spo:guest#gui.ifsp11@gmail.com::" providerId="AD" clId="Web-{725CC604-83FA-6898-961E-708894343FB5}" dt="2023-07-24T18:56:29.062" v="1403" actId="20577"/>
        <pc:sldMkLst>
          <pc:docMk/>
          <pc:sldMk cId="1958732953" sldId="348"/>
        </pc:sldMkLst>
        <pc:spChg chg="mod">
          <ac:chgData name="gui.ifsp11@gmail.com" userId="S::urn:spo:guest#gui.ifsp11@gmail.com::" providerId="AD" clId="Web-{725CC604-83FA-6898-961E-708894343FB5}" dt="2023-07-24T18:56:29.062" v="1403" actId="20577"/>
          <ac:spMkLst>
            <pc:docMk/>
            <pc:sldMk cId="1958732953" sldId="348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8:55:40.044" v="1346" actId="20577"/>
          <ac:spMkLst>
            <pc:docMk/>
            <pc:sldMk cId="1958732953" sldId="348"/>
            <ac:spMk id="204" creationId="{00000000-0000-0000-0000-000000000000}"/>
          </ac:spMkLst>
        </pc:spChg>
      </pc:sldChg>
      <pc:sldChg chg="addSp delSp modSp add replId">
        <pc:chgData name="gui.ifsp11@gmail.com" userId="S::urn:spo:guest#gui.ifsp11@gmail.com::" providerId="AD" clId="Web-{725CC604-83FA-6898-961E-708894343FB5}" dt="2023-07-24T18:59:42.558" v="1476"/>
        <pc:sldMkLst>
          <pc:docMk/>
          <pc:sldMk cId="520413102" sldId="349"/>
        </pc:sldMkLst>
        <pc:spChg chg="add del">
          <ac:chgData name="gui.ifsp11@gmail.com" userId="S::urn:spo:guest#gui.ifsp11@gmail.com::" providerId="AD" clId="Web-{725CC604-83FA-6898-961E-708894343FB5}" dt="2023-07-24T18:59:42.558" v="1476"/>
          <ac:spMkLst>
            <pc:docMk/>
            <pc:sldMk cId="520413102" sldId="349"/>
            <ac:spMk id="7" creationId="{D1159A3A-2C89-77B2-944E-5CDFDF763C2A}"/>
          </ac:spMkLst>
        </pc:spChg>
        <pc:picChg chg="add mod ord">
          <ac:chgData name="gui.ifsp11@gmail.com" userId="S::urn:spo:guest#gui.ifsp11@gmail.com::" providerId="AD" clId="Web-{725CC604-83FA-6898-961E-708894343FB5}" dt="2023-07-24T18:59:39.214" v="1474"/>
          <ac:picMkLst>
            <pc:docMk/>
            <pc:sldMk cId="520413102" sldId="349"/>
            <ac:picMk id="2" creationId="{70E7940C-3928-CB7B-FEF8-3DF88B3C0F7C}"/>
          </ac:picMkLst>
        </pc:picChg>
        <pc:picChg chg="del">
          <ac:chgData name="gui.ifsp11@gmail.com" userId="S::urn:spo:guest#gui.ifsp11@gmail.com::" providerId="AD" clId="Web-{725CC604-83FA-6898-961E-708894343FB5}" dt="2023-07-24T18:59:40.652" v="1475"/>
          <ac:picMkLst>
            <pc:docMk/>
            <pc:sldMk cId="520413102" sldId="349"/>
            <ac:picMk id="4" creationId="{F146740C-C12F-5BB4-557B-C0F5549877C6}"/>
          </ac:picMkLst>
        </pc:picChg>
      </pc:sldChg>
      <pc:sldChg chg="modSp add replId">
        <pc:chgData name="gui.ifsp11@gmail.com" userId="S::urn:spo:guest#gui.ifsp11@gmail.com::" providerId="AD" clId="Web-{725CC604-83FA-6898-961E-708894343FB5}" dt="2023-07-24T19:14:50.673" v="1522" actId="20577"/>
        <pc:sldMkLst>
          <pc:docMk/>
          <pc:sldMk cId="3347792012" sldId="350"/>
        </pc:sldMkLst>
        <pc:spChg chg="mod">
          <ac:chgData name="gui.ifsp11@gmail.com" userId="S::urn:spo:guest#gui.ifsp11@gmail.com::" providerId="AD" clId="Web-{725CC604-83FA-6898-961E-708894343FB5}" dt="2023-07-24T19:14:50.673" v="1522" actId="20577"/>
          <ac:spMkLst>
            <pc:docMk/>
            <pc:sldMk cId="3347792012" sldId="350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8:57:49.473" v="1421" actId="20577"/>
          <ac:spMkLst>
            <pc:docMk/>
            <pc:sldMk cId="3347792012" sldId="350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725CC604-83FA-6898-961E-708894343FB5}" dt="2023-07-24T19:31:08.104" v="1724" actId="20577"/>
        <pc:sldMkLst>
          <pc:docMk/>
          <pc:sldMk cId="701804538" sldId="351"/>
        </pc:sldMkLst>
        <pc:spChg chg="mod">
          <ac:chgData name="gui.ifsp11@gmail.com" userId="S::urn:spo:guest#gui.ifsp11@gmail.com::" providerId="AD" clId="Web-{725CC604-83FA-6898-961E-708894343FB5}" dt="2023-07-24T19:31:08.104" v="1724" actId="20577"/>
          <ac:spMkLst>
            <pc:docMk/>
            <pc:sldMk cId="701804538" sldId="351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9:30:17.336" v="1652" actId="20577"/>
          <ac:spMkLst>
            <pc:docMk/>
            <pc:sldMk cId="701804538" sldId="351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725CC604-83FA-6898-961E-708894343FB5}" dt="2023-07-24T19:37:43.815" v="1956" actId="20577"/>
        <pc:sldMkLst>
          <pc:docMk/>
          <pc:sldMk cId="821769451" sldId="352"/>
        </pc:sldMkLst>
        <pc:spChg chg="mod">
          <ac:chgData name="gui.ifsp11@gmail.com" userId="S::urn:spo:guest#gui.ifsp11@gmail.com::" providerId="AD" clId="Web-{725CC604-83FA-6898-961E-708894343FB5}" dt="2023-07-24T19:37:43.815" v="1956" actId="20577"/>
          <ac:spMkLst>
            <pc:docMk/>
            <pc:sldMk cId="821769451" sldId="352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9:35:38.370" v="1851" actId="20577"/>
          <ac:spMkLst>
            <pc:docMk/>
            <pc:sldMk cId="821769451" sldId="352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725CC604-83FA-6898-961E-708894343FB5}" dt="2023-07-24T19:39:40.618" v="2089" actId="20577"/>
        <pc:sldMkLst>
          <pc:docMk/>
          <pc:sldMk cId="295952995" sldId="353"/>
        </pc:sldMkLst>
        <pc:spChg chg="mod">
          <ac:chgData name="gui.ifsp11@gmail.com" userId="S::urn:spo:guest#gui.ifsp11@gmail.com::" providerId="AD" clId="Web-{725CC604-83FA-6898-961E-708894343FB5}" dt="2023-07-24T19:39:40.618" v="2089" actId="20577"/>
          <ac:spMkLst>
            <pc:docMk/>
            <pc:sldMk cId="295952995" sldId="353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9:37:57.066" v="1964" actId="20577"/>
          <ac:spMkLst>
            <pc:docMk/>
            <pc:sldMk cId="295952995" sldId="353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725CC604-83FA-6898-961E-708894343FB5}" dt="2023-07-24T19:42:20.237" v="2276" actId="20577"/>
        <pc:sldMkLst>
          <pc:docMk/>
          <pc:sldMk cId="4078479052" sldId="354"/>
        </pc:sldMkLst>
        <pc:spChg chg="mod">
          <ac:chgData name="gui.ifsp11@gmail.com" userId="S::urn:spo:guest#gui.ifsp11@gmail.com::" providerId="AD" clId="Web-{725CC604-83FA-6898-961E-708894343FB5}" dt="2023-07-24T19:42:20.237" v="2276" actId="20577"/>
          <ac:spMkLst>
            <pc:docMk/>
            <pc:sldMk cId="4078479052" sldId="354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9:39:56.354" v="2094" actId="20577"/>
          <ac:spMkLst>
            <pc:docMk/>
            <pc:sldMk cId="4078479052" sldId="354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725CC604-83FA-6898-961E-708894343FB5}" dt="2023-07-24T19:42:28.503" v="2279" actId="20577"/>
        <pc:sldMkLst>
          <pc:docMk/>
          <pc:sldMk cId="1970153579" sldId="355"/>
        </pc:sldMkLst>
        <pc:spChg chg="mod">
          <ac:chgData name="gui.ifsp11@gmail.com" userId="S::urn:spo:guest#gui.ifsp11@gmail.com::" providerId="AD" clId="Web-{725CC604-83FA-6898-961E-708894343FB5}" dt="2023-07-24T19:42:28.503" v="2279" actId="20577"/>
          <ac:spMkLst>
            <pc:docMk/>
            <pc:sldMk cId="1970153579" sldId="355"/>
            <ac:spMk id="203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725CC604-83FA-6898-961E-708894343FB5}" dt="2023-07-24T19:44:39.354" v="2386" actId="20577"/>
        <pc:sldMkLst>
          <pc:docMk/>
          <pc:sldMk cId="2897480673" sldId="356"/>
        </pc:sldMkLst>
        <pc:spChg chg="mod">
          <ac:chgData name="gui.ifsp11@gmail.com" userId="S::urn:spo:guest#gui.ifsp11@gmail.com::" providerId="AD" clId="Web-{725CC604-83FA-6898-961E-708894343FB5}" dt="2023-07-24T19:44:39.354" v="2386" actId="20577"/>
          <ac:spMkLst>
            <pc:docMk/>
            <pc:sldMk cId="2897480673" sldId="356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19:43:15.740" v="2293" actId="20577"/>
          <ac:spMkLst>
            <pc:docMk/>
            <pc:sldMk cId="2897480673" sldId="356"/>
            <ac:spMk id="204" creationId="{00000000-0000-0000-0000-000000000000}"/>
          </ac:spMkLst>
        </pc:spChg>
      </pc:sldChg>
      <pc:sldChg chg="addSp modSp new">
        <pc:chgData name="gui.ifsp11@gmail.com" userId="S::urn:spo:guest#gui.ifsp11@gmail.com::" providerId="AD" clId="Web-{725CC604-83FA-6898-961E-708894343FB5}" dt="2023-07-24T20:12:56.372" v="2391" actId="1076"/>
        <pc:sldMkLst>
          <pc:docMk/>
          <pc:sldMk cId="2827700142" sldId="357"/>
        </pc:sldMkLst>
        <pc:picChg chg="add mod">
          <ac:chgData name="gui.ifsp11@gmail.com" userId="S::urn:spo:guest#gui.ifsp11@gmail.com::" providerId="AD" clId="Web-{725CC604-83FA-6898-961E-708894343FB5}" dt="2023-07-24T20:12:56.372" v="2391" actId="1076"/>
          <ac:picMkLst>
            <pc:docMk/>
            <pc:sldMk cId="2827700142" sldId="357"/>
            <ac:picMk id="3" creationId="{DCB8F3E5-E946-DB11-0ECC-5BC12A4A1206}"/>
          </ac:picMkLst>
        </pc:picChg>
      </pc:sldChg>
      <pc:sldChg chg="modSp add ord replId">
        <pc:chgData name="gui.ifsp11@gmail.com" userId="S::urn:spo:guest#gui.ifsp11@gmail.com::" providerId="AD" clId="Web-{725CC604-83FA-6898-961E-708894343FB5}" dt="2023-07-24T20:15:46.923" v="2485" actId="20577"/>
        <pc:sldMkLst>
          <pc:docMk/>
          <pc:sldMk cId="1123963643" sldId="358"/>
        </pc:sldMkLst>
        <pc:spChg chg="mod">
          <ac:chgData name="gui.ifsp11@gmail.com" userId="S::urn:spo:guest#gui.ifsp11@gmail.com::" providerId="AD" clId="Web-{725CC604-83FA-6898-961E-708894343FB5}" dt="2023-07-24T20:15:46.923" v="2485" actId="20577"/>
          <ac:spMkLst>
            <pc:docMk/>
            <pc:sldMk cId="1123963643" sldId="358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725CC604-83FA-6898-961E-708894343FB5}" dt="2023-07-24T20:14:50.343" v="2411" actId="20577"/>
          <ac:spMkLst>
            <pc:docMk/>
            <pc:sldMk cId="1123963643" sldId="358"/>
            <ac:spMk id="204" creationId="{00000000-0000-0000-0000-000000000000}"/>
          </ac:spMkLst>
        </pc:spChg>
      </pc:sldChg>
      <pc:sldChg chg="addSp delSp modSp add replId">
        <pc:chgData name="gui.ifsp11@gmail.com" userId="S::urn:spo:guest#gui.ifsp11@gmail.com::" providerId="AD" clId="Web-{725CC604-83FA-6898-961E-708894343FB5}" dt="2023-07-24T20:20:52.149" v="2493"/>
        <pc:sldMkLst>
          <pc:docMk/>
          <pc:sldMk cId="4139846897" sldId="359"/>
        </pc:sldMkLst>
        <pc:picChg chg="del">
          <ac:chgData name="gui.ifsp11@gmail.com" userId="S::urn:spo:guest#gui.ifsp11@gmail.com::" providerId="AD" clId="Web-{725CC604-83FA-6898-961E-708894343FB5}" dt="2023-07-24T20:20:52.149" v="2493"/>
          <ac:picMkLst>
            <pc:docMk/>
            <pc:sldMk cId="4139846897" sldId="359"/>
            <ac:picMk id="2" creationId="{97778162-A406-6571-920A-CB26D551906C}"/>
          </ac:picMkLst>
        </pc:picChg>
        <pc:picChg chg="add mod ord">
          <ac:chgData name="gui.ifsp11@gmail.com" userId="S::urn:spo:guest#gui.ifsp11@gmail.com::" providerId="AD" clId="Web-{725CC604-83FA-6898-961E-708894343FB5}" dt="2023-07-24T20:20:50.445" v="2492"/>
          <ac:picMkLst>
            <pc:docMk/>
            <pc:sldMk cId="4139846897" sldId="359"/>
            <ac:picMk id="4" creationId="{8802E047-145B-80F0-CA57-87877D89D52E}"/>
          </ac:picMkLst>
        </pc:picChg>
      </pc:sldChg>
    </pc:docChg>
  </pc:docChgLst>
  <pc:docChgLst>
    <pc:chgData name="gui.ifsp11@gmail.com" userId="S::urn:spo:guest#gui.ifsp11@gmail.com::" providerId="AD" clId="Web-{0A7BE23C-9E74-2EB9-8FD7-46C19097B97E}"/>
    <pc:docChg chg="addSld modSld sldOrd">
      <pc:chgData name="gui.ifsp11@gmail.com" userId="S::urn:spo:guest#gui.ifsp11@gmail.com::" providerId="AD" clId="Web-{0A7BE23C-9E74-2EB9-8FD7-46C19097B97E}" dt="2023-12-13T18:53:44.670" v="496" actId="20577"/>
      <pc:docMkLst>
        <pc:docMk/>
      </pc:docMkLst>
      <pc:sldChg chg="modSp add ord replId">
        <pc:chgData name="gui.ifsp11@gmail.com" userId="S::urn:spo:guest#gui.ifsp11@gmail.com::" providerId="AD" clId="Web-{0A7BE23C-9E74-2EB9-8FD7-46C19097B97E}" dt="2023-12-13T18:43:14.796" v="11" actId="20577"/>
        <pc:sldMkLst>
          <pc:docMk/>
          <pc:sldMk cId="1537973919" sldId="399"/>
        </pc:sldMkLst>
        <pc:spChg chg="mod">
          <ac:chgData name="gui.ifsp11@gmail.com" userId="S::urn:spo:guest#gui.ifsp11@gmail.com::" providerId="AD" clId="Web-{0A7BE23C-9E74-2EB9-8FD7-46C19097B97E}" dt="2023-12-13T18:43:14.796" v="11" actId="20577"/>
          <ac:spMkLst>
            <pc:docMk/>
            <pc:sldMk cId="1537973919" sldId="399"/>
            <ac:spMk id="196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0A7BE23C-9E74-2EB9-8FD7-46C19097B97E}" dt="2023-12-13T18:45:16.252" v="84" actId="20577"/>
        <pc:sldMkLst>
          <pc:docMk/>
          <pc:sldMk cId="2932263773" sldId="400"/>
        </pc:sldMkLst>
        <pc:spChg chg="mod">
          <ac:chgData name="gui.ifsp11@gmail.com" userId="S::urn:spo:guest#gui.ifsp11@gmail.com::" providerId="AD" clId="Web-{0A7BE23C-9E74-2EB9-8FD7-46C19097B97E}" dt="2023-12-13T18:45:16.252" v="84" actId="20577"/>
          <ac:spMkLst>
            <pc:docMk/>
            <pc:sldMk cId="2932263773" sldId="400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0A7BE23C-9E74-2EB9-8FD7-46C19097B97E}" dt="2023-12-13T18:45:09.690" v="83" actId="20577"/>
          <ac:spMkLst>
            <pc:docMk/>
            <pc:sldMk cId="2932263773" sldId="400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0A7BE23C-9E74-2EB9-8FD7-46C19097B97E}" dt="2023-12-13T18:47:06.833" v="201" actId="20577"/>
        <pc:sldMkLst>
          <pc:docMk/>
          <pc:sldMk cId="2168465898" sldId="401"/>
        </pc:sldMkLst>
        <pc:spChg chg="mod">
          <ac:chgData name="gui.ifsp11@gmail.com" userId="S::urn:spo:guest#gui.ifsp11@gmail.com::" providerId="AD" clId="Web-{0A7BE23C-9E74-2EB9-8FD7-46C19097B97E}" dt="2023-12-13T18:47:06.833" v="201" actId="20577"/>
          <ac:spMkLst>
            <pc:docMk/>
            <pc:sldMk cId="2168465898" sldId="401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0A7BE23C-9E74-2EB9-8FD7-46C19097B97E}" dt="2023-12-13T18:45:24.112" v="89" actId="20577"/>
          <ac:spMkLst>
            <pc:docMk/>
            <pc:sldMk cId="2168465898" sldId="401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0A7BE23C-9E74-2EB9-8FD7-46C19097B97E}" dt="2023-12-13T18:48:49.867" v="296" actId="20577"/>
        <pc:sldMkLst>
          <pc:docMk/>
          <pc:sldMk cId="543116265" sldId="402"/>
        </pc:sldMkLst>
        <pc:spChg chg="mod">
          <ac:chgData name="gui.ifsp11@gmail.com" userId="S::urn:spo:guest#gui.ifsp11@gmail.com::" providerId="AD" clId="Web-{0A7BE23C-9E74-2EB9-8FD7-46C19097B97E}" dt="2023-12-13T18:48:49.867" v="296" actId="20577"/>
          <ac:spMkLst>
            <pc:docMk/>
            <pc:sldMk cId="543116265" sldId="402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0A7BE23C-9E74-2EB9-8FD7-46C19097B97E}" dt="2023-12-13T18:47:18.583" v="212" actId="20577"/>
          <ac:spMkLst>
            <pc:docMk/>
            <pc:sldMk cId="543116265" sldId="402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0A7BE23C-9E74-2EB9-8FD7-46C19097B97E}" dt="2023-12-13T18:53:44.670" v="496" actId="20577"/>
        <pc:sldMkLst>
          <pc:docMk/>
          <pc:sldMk cId="4245000248" sldId="403"/>
        </pc:sldMkLst>
        <pc:spChg chg="mod">
          <ac:chgData name="gui.ifsp11@gmail.com" userId="S::urn:spo:guest#gui.ifsp11@gmail.com::" providerId="AD" clId="Web-{0A7BE23C-9E74-2EB9-8FD7-46C19097B97E}" dt="2023-12-13T18:50:34.525" v="362" actId="20577"/>
          <ac:spMkLst>
            <pc:docMk/>
            <pc:sldMk cId="4245000248" sldId="403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0A7BE23C-9E74-2EB9-8FD7-46C19097B97E}" dt="2023-12-13T18:53:44.670" v="496" actId="20577"/>
          <ac:spMkLst>
            <pc:docMk/>
            <pc:sldMk cId="4245000248" sldId="403"/>
            <ac:spMk id="204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0A7BE23C-9E74-2EB9-8FD7-46C19097B97E}" dt="2023-12-13T18:53:25.076" v="494" actId="20577"/>
        <pc:sldMkLst>
          <pc:docMk/>
          <pc:sldMk cId="2108204429" sldId="404"/>
        </pc:sldMkLst>
        <pc:spChg chg="mod">
          <ac:chgData name="gui.ifsp11@gmail.com" userId="S::urn:spo:guest#gui.ifsp11@gmail.com::" providerId="AD" clId="Web-{0A7BE23C-9E74-2EB9-8FD7-46C19097B97E}" dt="2023-12-13T18:53:25.076" v="494" actId="20577"/>
          <ac:spMkLst>
            <pc:docMk/>
            <pc:sldMk cId="2108204429" sldId="404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0A7BE23C-9E74-2EB9-8FD7-46C19097B97E}" dt="2023-12-13T18:52:13.121" v="431" actId="20577"/>
          <ac:spMkLst>
            <pc:docMk/>
            <pc:sldMk cId="2108204429" sldId="404"/>
            <ac:spMk id="204" creationId="{00000000-0000-0000-0000-000000000000}"/>
          </ac:spMkLst>
        </pc:spChg>
      </pc:sldChg>
    </pc:docChg>
  </pc:docChgLst>
  <pc:docChgLst>
    <pc:chgData name="gui.ifsp11@gmail.com" userId="S::urn:spo:guest#gui.ifsp11@gmail.com::" providerId="AD" clId="Web-{5EBC810B-0ED1-4C6B-9208-86AF80973768}"/>
    <pc:docChg chg="modSld">
      <pc:chgData name="gui.ifsp11@gmail.com" userId="S::urn:spo:guest#gui.ifsp11@gmail.com::" providerId="AD" clId="Web-{5EBC810B-0ED1-4C6B-9208-86AF80973768}" dt="2023-10-05T19:37:06.796" v="4" actId="20577"/>
      <pc:docMkLst>
        <pc:docMk/>
      </pc:docMkLst>
      <pc:sldChg chg="modSp">
        <pc:chgData name="gui.ifsp11@gmail.com" userId="S::urn:spo:guest#gui.ifsp11@gmail.com::" providerId="AD" clId="Web-{5EBC810B-0ED1-4C6B-9208-86AF80973768}" dt="2023-10-05T19:37:06.796" v="4" actId="20577"/>
        <pc:sldMkLst>
          <pc:docMk/>
          <pc:sldMk cId="1958732953" sldId="348"/>
        </pc:sldMkLst>
        <pc:spChg chg="mod">
          <ac:chgData name="gui.ifsp11@gmail.com" userId="S::urn:spo:guest#gui.ifsp11@gmail.com::" providerId="AD" clId="Web-{5EBC810B-0ED1-4C6B-9208-86AF80973768}" dt="2023-10-05T19:37:06.796" v="4" actId="20577"/>
          <ac:spMkLst>
            <pc:docMk/>
            <pc:sldMk cId="1958732953" sldId="348"/>
            <ac:spMk id="203" creationId="{00000000-0000-0000-0000-000000000000}"/>
          </ac:spMkLst>
        </pc:spChg>
      </pc:sldChg>
    </pc:docChg>
  </pc:docChgLst>
  <pc:docChgLst>
    <pc:chgData name="gui.ifsp11@gmail.com" userId="S::urn:spo:guest#gui.ifsp11@gmail.com::" providerId="AD" clId="Web-{69A75D15-6DD6-99E1-2F23-0A6727ECAA8E}"/>
    <pc:docChg chg="addSld delSld modSld">
      <pc:chgData name="gui.ifsp11@gmail.com" userId="S::urn:spo:guest#gui.ifsp11@gmail.com::" providerId="AD" clId="Web-{69A75D15-6DD6-99E1-2F23-0A6727ECAA8E}" dt="2024-04-16T07:23:32.110" v="879" actId="20577"/>
      <pc:docMkLst>
        <pc:docMk/>
      </pc:docMkLst>
      <pc:sldChg chg="modSp">
        <pc:chgData name="gui.ifsp11@gmail.com" userId="S::urn:spo:guest#gui.ifsp11@gmail.com::" providerId="AD" clId="Web-{69A75D15-6DD6-99E1-2F23-0A6727ECAA8E}" dt="2024-04-16T07:06:37.918" v="25" actId="20577"/>
        <pc:sldMkLst>
          <pc:docMk/>
          <pc:sldMk cId="0" sldId="260"/>
        </pc:sldMkLst>
        <pc:spChg chg="mod">
          <ac:chgData name="gui.ifsp11@gmail.com" userId="S::urn:spo:guest#gui.ifsp11@gmail.com::" providerId="AD" clId="Web-{69A75D15-6DD6-99E1-2F23-0A6727ECAA8E}" dt="2024-04-16T07:06:37.918" v="25" actId="20577"/>
          <ac:spMkLst>
            <pc:docMk/>
            <pc:sldMk cId="0" sldId="260"/>
            <ac:spMk id="155" creationId="{00000000-0000-0000-0000-000000000000}"/>
          </ac:spMkLst>
        </pc:spChg>
      </pc:sldChg>
      <pc:sldChg chg="modSp">
        <pc:chgData name="gui.ifsp11@gmail.com" userId="S::urn:spo:guest#gui.ifsp11@gmail.com::" providerId="AD" clId="Web-{69A75D15-6DD6-99E1-2F23-0A6727ECAA8E}" dt="2024-04-16T07:13:01.185" v="212" actId="20577"/>
        <pc:sldMkLst>
          <pc:docMk/>
          <pc:sldMk cId="0" sldId="264"/>
        </pc:sldMkLst>
        <pc:spChg chg="mod">
          <ac:chgData name="gui.ifsp11@gmail.com" userId="S::urn:spo:guest#gui.ifsp11@gmail.com::" providerId="AD" clId="Web-{69A75D15-6DD6-99E1-2F23-0A6727ECAA8E}" dt="2024-04-16T07:13:01.185" v="212" actId="20577"/>
          <ac:spMkLst>
            <pc:docMk/>
            <pc:sldMk cId="0" sldId="264"/>
            <ac:spMk id="184" creationId="{00000000-0000-0000-0000-000000000000}"/>
          </ac:spMkLst>
        </pc:spChg>
      </pc:sldChg>
      <pc:sldChg chg="modSp">
        <pc:chgData name="gui.ifsp11@gmail.com" userId="S::urn:spo:guest#gui.ifsp11@gmail.com::" providerId="AD" clId="Web-{69A75D15-6DD6-99E1-2F23-0A6727ECAA8E}" dt="2024-04-16T07:07:34.332" v="49" actId="20577"/>
        <pc:sldMkLst>
          <pc:docMk/>
          <pc:sldMk cId="0" sldId="265"/>
        </pc:sldMkLst>
        <pc:spChg chg="mod">
          <ac:chgData name="gui.ifsp11@gmail.com" userId="S::urn:spo:guest#gui.ifsp11@gmail.com::" providerId="AD" clId="Web-{69A75D15-6DD6-99E1-2F23-0A6727ECAA8E}" dt="2024-04-16T07:07:02.672" v="44" actId="20577"/>
          <ac:spMkLst>
            <pc:docMk/>
            <pc:sldMk cId="0" sldId="265"/>
            <ac:spMk id="194" creationId="{00000000-0000-0000-0000-000000000000}"/>
          </ac:spMkLst>
        </pc:spChg>
        <pc:spChg chg="mod">
          <ac:chgData name="gui.ifsp11@gmail.com" userId="S::urn:spo:guest#gui.ifsp11@gmail.com::" providerId="AD" clId="Web-{69A75D15-6DD6-99E1-2F23-0A6727ECAA8E}" dt="2024-04-16T07:07:34.332" v="49" actId="20577"/>
          <ac:spMkLst>
            <pc:docMk/>
            <pc:sldMk cId="0" sldId="265"/>
            <ac:spMk id="196" creationId="{00000000-0000-0000-0000-000000000000}"/>
          </ac:spMkLst>
        </pc:spChg>
      </pc:sldChg>
      <pc:sldChg chg="modSp">
        <pc:chgData name="gui.ifsp11@gmail.com" userId="S::urn:spo:guest#gui.ifsp11@gmail.com::" providerId="AD" clId="Web-{69A75D15-6DD6-99E1-2F23-0A6727ECAA8E}" dt="2024-04-16T07:17:02.127" v="464" actId="20577"/>
        <pc:sldMkLst>
          <pc:docMk/>
          <pc:sldMk cId="0" sldId="266"/>
        </pc:sldMkLst>
        <pc:spChg chg="mod">
          <ac:chgData name="gui.ifsp11@gmail.com" userId="S::urn:spo:guest#gui.ifsp11@gmail.com::" providerId="AD" clId="Web-{69A75D15-6DD6-99E1-2F23-0A6727ECAA8E}" dt="2024-04-16T07:17:02.127" v="464" actId="20577"/>
          <ac:spMkLst>
            <pc:docMk/>
            <pc:sldMk cId="0" sldId="266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69A75D15-6DD6-99E1-2F23-0A6727ECAA8E}" dt="2024-04-16T07:07:42.195" v="55" actId="20577"/>
          <ac:spMkLst>
            <pc:docMk/>
            <pc:sldMk cId="0" sldId="266"/>
            <ac:spMk id="204" creationId="{00000000-0000-0000-0000-000000000000}"/>
          </ac:spMkLst>
        </pc:spChg>
      </pc:sldChg>
      <pc:sldChg chg="modSp">
        <pc:chgData name="gui.ifsp11@gmail.com" userId="S::urn:spo:guest#gui.ifsp11@gmail.com::" providerId="AD" clId="Web-{69A75D15-6DD6-99E1-2F23-0A6727ECAA8E}" dt="2024-04-16T07:11:09.136" v="148" actId="20577"/>
        <pc:sldMkLst>
          <pc:docMk/>
          <pc:sldMk cId="2315204132" sldId="277"/>
        </pc:sldMkLst>
        <pc:spChg chg="mod">
          <ac:chgData name="gui.ifsp11@gmail.com" userId="S::urn:spo:guest#gui.ifsp11@gmail.com::" providerId="AD" clId="Web-{69A75D15-6DD6-99E1-2F23-0A6727ECAA8E}" dt="2024-04-16T07:11:09.136" v="148" actId="20577"/>
          <ac:spMkLst>
            <pc:docMk/>
            <pc:sldMk cId="2315204132" sldId="277"/>
            <ac:spMk id="168" creationId="{00000000-0000-0000-0000-000000000000}"/>
          </ac:spMkLst>
        </pc:spChg>
      </pc:sldChg>
      <pc:sldChg chg="modSp">
        <pc:chgData name="gui.ifsp11@gmail.com" userId="S::urn:spo:guest#gui.ifsp11@gmail.com::" providerId="AD" clId="Web-{69A75D15-6DD6-99E1-2F23-0A6727ECAA8E}" dt="2024-04-16T07:21:11.585" v="681" actId="20577"/>
        <pc:sldMkLst>
          <pc:docMk/>
          <pc:sldMk cId="1872516008" sldId="360"/>
        </pc:sldMkLst>
        <pc:spChg chg="mod">
          <ac:chgData name="gui.ifsp11@gmail.com" userId="S::urn:spo:guest#gui.ifsp11@gmail.com::" providerId="AD" clId="Web-{69A75D15-6DD6-99E1-2F23-0A6727ECAA8E}" dt="2024-04-16T07:20:51.991" v="655" actId="20577"/>
          <ac:spMkLst>
            <pc:docMk/>
            <pc:sldMk cId="1872516008" sldId="360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69A75D15-6DD6-99E1-2F23-0A6727ECAA8E}" dt="2024-04-16T07:21:11.585" v="681" actId="20577"/>
          <ac:spMkLst>
            <pc:docMk/>
            <pc:sldMk cId="1872516008" sldId="360"/>
            <ac:spMk id="204" creationId="{00000000-0000-0000-0000-000000000000}"/>
          </ac:spMkLst>
        </pc:spChg>
      </pc:sldChg>
      <pc:sldChg chg="modSp">
        <pc:chgData name="gui.ifsp11@gmail.com" userId="S::urn:spo:guest#gui.ifsp11@gmail.com::" providerId="AD" clId="Web-{69A75D15-6DD6-99E1-2F23-0A6727ECAA8E}" dt="2024-04-16T07:13:44.452" v="233" actId="20577"/>
        <pc:sldMkLst>
          <pc:docMk/>
          <pc:sldMk cId="1537418551" sldId="391"/>
        </pc:sldMkLst>
        <pc:spChg chg="mod">
          <ac:chgData name="gui.ifsp11@gmail.com" userId="S::urn:spo:guest#gui.ifsp11@gmail.com::" providerId="AD" clId="Web-{69A75D15-6DD6-99E1-2F23-0A6727ECAA8E}" dt="2024-04-16T07:13:44.452" v="233" actId="20577"/>
          <ac:spMkLst>
            <pc:docMk/>
            <pc:sldMk cId="1537418551" sldId="391"/>
            <ac:spMk id="18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69A75D15-6DD6-99E1-2F23-0A6727ECAA8E}" dt="2024-04-16T07:23:32.110" v="879" actId="20577"/>
        <pc:sldMkLst>
          <pc:docMk/>
          <pc:sldMk cId="77525668" sldId="392"/>
        </pc:sldMkLst>
        <pc:spChg chg="mod">
          <ac:chgData name="gui.ifsp11@gmail.com" userId="S::urn:spo:guest#gui.ifsp11@gmail.com::" providerId="AD" clId="Web-{69A75D15-6DD6-99E1-2F23-0A6727ECAA8E}" dt="2024-04-16T07:23:32.110" v="879" actId="20577"/>
          <ac:spMkLst>
            <pc:docMk/>
            <pc:sldMk cId="77525668" sldId="392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69A75D15-6DD6-99E1-2F23-0A6727ECAA8E}" dt="2024-04-16T07:21:20.367" v="686" actId="20577"/>
          <ac:spMkLst>
            <pc:docMk/>
            <pc:sldMk cId="77525668" sldId="392"/>
            <ac:spMk id="204" creationId="{00000000-0000-0000-0000-000000000000}"/>
          </ac:spMkLst>
        </pc:spChg>
      </pc:sldChg>
      <pc:sldChg chg="del">
        <pc:chgData name="gui.ifsp11@gmail.com" userId="S::urn:spo:guest#gui.ifsp11@gmail.com::" providerId="AD" clId="Web-{69A75D15-6DD6-99E1-2F23-0A6727ECAA8E}" dt="2024-04-16T07:17:34.972" v="465"/>
        <pc:sldMkLst>
          <pc:docMk/>
          <pc:sldMk cId="2722440544" sldId="392"/>
        </pc:sldMkLst>
      </pc:sldChg>
      <pc:sldChg chg="del">
        <pc:chgData name="gui.ifsp11@gmail.com" userId="S::urn:spo:guest#gui.ifsp11@gmail.com::" providerId="AD" clId="Web-{69A75D15-6DD6-99E1-2F23-0A6727ECAA8E}" dt="2024-04-16T07:17:36.284" v="466"/>
        <pc:sldMkLst>
          <pc:docMk/>
          <pc:sldMk cId="2561129990" sldId="393"/>
        </pc:sldMkLst>
      </pc:sldChg>
      <pc:sldChg chg="del">
        <pc:chgData name="gui.ifsp11@gmail.com" userId="S::urn:spo:guest#gui.ifsp11@gmail.com::" providerId="AD" clId="Web-{69A75D15-6DD6-99E1-2F23-0A6727ECAA8E}" dt="2024-04-16T07:17:37.987" v="467"/>
        <pc:sldMkLst>
          <pc:docMk/>
          <pc:sldMk cId="2177289376" sldId="394"/>
        </pc:sldMkLst>
      </pc:sldChg>
      <pc:sldChg chg="del">
        <pc:chgData name="gui.ifsp11@gmail.com" userId="S::urn:spo:guest#gui.ifsp11@gmail.com::" providerId="AD" clId="Web-{69A75D15-6DD6-99E1-2F23-0A6727ECAA8E}" dt="2024-04-16T07:17:39.019" v="468"/>
        <pc:sldMkLst>
          <pc:docMk/>
          <pc:sldMk cId="941612875" sldId="395"/>
        </pc:sldMkLst>
      </pc:sldChg>
      <pc:sldChg chg="del">
        <pc:chgData name="gui.ifsp11@gmail.com" userId="S::urn:spo:guest#gui.ifsp11@gmail.com::" providerId="AD" clId="Web-{69A75D15-6DD6-99E1-2F23-0A6727ECAA8E}" dt="2024-04-16T07:17:39.659" v="469"/>
        <pc:sldMkLst>
          <pc:docMk/>
          <pc:sldMk cId="4042399690" sldId="396"/>
        </pc:sldMkLst>
      </pc:sldChg>
      <pc:sldChg chg="del">
        <pc:chgData name="gui.ifsp11@gmail.com" userId="S::urn:spo:guest#gui.ifsp11@gmail.com::" providerId="AD" clId="Web-{69A75D15-6DD6-99E1-2F23-0A6727ECAA8E}" dt="2024-04-16T07:17:40.378" v="470"/>
        <pc:sldMkLst>
          <pc:docMk/>
          <pc:sldMk cId="2654421244" sldId="397"/>
        </pc:sldMkLst>
      </pc:sldChg>
      <pc:sldChg chg="del">
        <pc:chgData name="gui.ifsp11@gmail.com" userId="S::urn:spo:guest#gui.ifsp11@gmail.com::" providerId="AD" clId="Web-{69A75D15-6DD6-99E1-2F23-0A6727ECAA8E}" dt="2024-04-16T07:17:40.987" v="471"/>
        <pc:sldMkLst>
          <pc:docMk/>
          <pc:sldMk cId="2591740765" sldId="398"/>
        </pc:sldMkLst>
      </pc:sldChg>
      <pc:sldChg chg="del">
        <pc:chgData name="gui.ifsp11@gmail.com" userId="S::urn:spo:guest#gui.ifsp11@gmail.com::" providerId="AD" clId="Web-{69A75D15-6DD6-99E1-2F23-0A6727ECAA8E}" dt="2024-04-16T07:17:42.316" v="472"/>
        <pc:sldMkLst>
          <pc:docMk/>
          <pc:sldMk cId="1537973919" sldId="399"/>
        </pc:sldMkLst>
      </pc:sldChg>
      <pc:sldChg chg="del">
        <pc:chgData name="gui.ifsp11@gmail.com" userId="S::urn:spo:guest#gui.ifsp11@gmail.com::" providerId="AD" clId="Web-{69A75D15-6DD6-99E1-2F23-0A6727ECAA8E}" dt="2024-04-16T07:17:42.909" v="473"/>
        <pc:sldMkLst>
          <pc:docMk/>
          <pc:sldMk cId="2932263773" sldId="400"/>
        </pc:sldMkLst>
      </pc:sldChg>
      <pc:sldChg chg="del">
        <pc:chgData name="gui.ifsp11@gmail.com" userId="S::urn:spo:guest#gui.ifsp11@gmail.com::" providerId="AD" clId="Web-{69A75D15-6DD6-99E1-2F23-0A6727ECAA8E}" dt="2024-04-16T07:17:43.550" v="474"/>
        <pc:sldMkLst>
          <pc:docMk/>
          <pc:sldMk cId="2168465898" sldId="401"/>
        </pc:sldMkLst>
      </pc:sldChg>
      <pc:sldChg chg="del">
        <pc:chgData name="gui.ifsp11@gmail.com" userId="S::urn:spo:guest#gui.ifsp11@gmail.com::" providerId="AD" clId="Web-{69A75D15-6DD6-99E1-2F23-0A6727ECAA8E}" dt="2024-04-16T07:17:43.941" v="475"/>
        <pc:sldMkLst>
          <pc:docMk/>
          <pc:sldMk cId="543116265" sldId="402"/>
        </pc:sldMkLst>
      </pc:sldChg>
      <pc:sldChg chg="del">
        <pc:chgData name="gui.ifsp11@gmail.com" userId="S::urn:spo:guest#gui.ifsp11@gmail.com::" providerId="AD" clId="Web-{69A75D15-6DD6-99E1-2F23-0A6727ECAA8E}" dt="2024-04-16T07:17:45.800" v="476"/>
        <pc:sldMkLst>
          <pc:docMk/>
          <pc:sldMk cId="4245000248" sldId="403"/>
        </pc:sldMkLst>
      </pc:sldChg>
      <pc:sldChg chg="del">
        <pc:chgData name="gui.ifsp11@gmail.com" userId="S::urn:spo:guest#gui.ifsp11@gmail.com::" providerId="AD" clId="Web-{69A75D15-6DD6-99E1-2F23-0A6727ECAA8E}" dt="2024-04-16T07:17:47.222" v="477"/>
        <pc:sldMkLst>
          <pc:docMk/>
          <pc:sldMk cId="2108204429" sldId="404"/>
        </pc:sldMkLst>
      </pc:sldChg>
    </pc:docChg>
  </pc:docChgLst>
  <pc:docChgLst>
    <pc:chgData name="gui.ifsp11@gmail.com" userId="S::urn:spo:guest#gui.ifsp11@gmail.com::" providerId="AD" clId="Web-{D6FC0B74-B10D-328D-3268-0E81D0ED3359}"/>
    <pc:docChg chg="addSld modSld sldOrd">
      <pc:chgData name="gui.ifsp11@gmail.com" userId="S::urn:spo:guest#gui.ifsp11@gmail.com::" providerId="AD" clId="Web-{D6FC0B74-B10D-328D-3268-0E81D0ED3359}" dt="2023-11-20T21:22:51.409" v="1540" actId="20577"/>
      <pc:docMkLst>
        <pc:docMk/>
      </pc:docMkLst>
      <pc:sldChg chg="modSp">
        <pc:chgData name="gui.ifsp11@gmail.com" userId="S::urn:spo:guest#gui.ifsp11@gmail.com::" providerId="AD" clId="Web-{D6FC0B74-B10D-328D-3268-0E81D0ED3359}" dt="2023-11-20T21:22:51.409" v="1540" actId="20577"/>
        <pc:sldMkLst>
          <pc:docMk/>
          <pc:sldMk cId="0" sldId="263"/>
        </pc:sldMkLst>
        <pc:spChg chg="mod">
          <ac:chgData name="gui.ifsp11@gmail.com" userId="S::urn:spo:guest#gui.ifsp11@gmail.com::" providerId="AD" clId="Web-{D6FC0B74-B10D-328D-3268-0E81D0ED3359}" dt="2023-11-20T21:22:51.409" v="1540" actId="20577"/>
          <ac:spMkLst>
            <pc:docMk/>
            <pc:sldMk cId="0" sldId="263"/>
            <ac:spMk id="175" creationId="{00000000-0000-0000-0000-000000000000}"/>
          </ac:spMkLst>
        </pc:spChg>
      </pc:sldChg>
      <pc:sldChg chg="modSp">
        <pc:chgData name="gui.ifsp11@gmail.com" userId="S::urn:spo:guest#gui.ifsp11@gmail.com::" providerId="AD" clId="Web-{D6FC0B74-B10D-328D-3268-0E81D0ED3359}" dt="2023-11-20T19:20:58.665" v="407" actId="20577"/>
        <pc:sldMkLst>
          <pc:docMk/>
          <pc:sldMk cId="4135022405" sldId="370"/>
        </pc:sldMkLst>
        <pc:spChg chg="mod">
          <ac:chgData name="gui.ifsp11@gmail.com" userId="S::urn:spo:guest#gui.ifsp11@gmail.com::" providerId="AD" clId="Web-{D6FC0B74-B10D-328D-3268-0E81D0ED3359}" dt="2023-11-20T19:20:58.665" v="407" actId="20577"/>
          <ac:spMkLst>
            <pc:docMk/>
            <pc:sldMk cId="4135022405" sldId="370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19:17:04.734" v="282" actId="20577"/>
          <ac:spMkLst>
            <pc:docMk/>
            <pc:sldMk cId="4135022405" sldId="370"/>
            <ac:spMk id="204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D6FC0B74-B10D-328D-3268-0E81D0ED3359}" dt="2023-11-20T19:11:46.345" v="85" actId="20577"/>
        <pc:sldMkLst>
          <pc:docMk/>
          <pc:sldMk cId="164555787" sldId="372"/>
        </pc:sldMkLst>
        <pc:spChg chg="mod">
          <ac:chgData name="gui.ifsp11@gmail.com" userId="S::urn:spo:guest#gui.ifsp11@gmail.com::" providerId="AD" clId="Web-{D6FC0B74-B10D-328D-3268-0E81D0ED3359}" dt="2023-11-20T19:11:46.345" v="85" actId="20577"/>
          <ac:spMkLst>
            <pc:docMk/>
            <pc:sldMk cId="164555787" sldId="372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19:10:49.343" v="29" actId="20577"/>
          <ac:spMkLst>
            <pc:docMk/>
            <pc:sldMk cId="164555787" sldId="372"/>
            <ac:spMk id="204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D6FC0B74-B10D-328D-3268-0E81D0ED3359}" dt="2023-11-20T19:14:04.570" v="207" actId="20577"/>
        <pc:sldMkLst>
          <pc:docMk/>
          <pc:sldMk cId="1836243104" sldId="373"/>
        </pc:sldMkLst>
        <pc:spChg chg="mod">
          <ac:chgData name="gui.ifsp11@gmail.com" userId="S::urn:spo:guest#gui.ifsp11@gmail.com::" providerId="AD" clId="Web-{D6FC0B74-B10D-328D-3268-0E81D0ED3359}" dt="2023-11-20T19:14:04.570" v="207" actId="20577"/>
          <ac:spMkLst>
            <pc:docMk/>
            <pc:sldMk cId="1836243104" sldId="373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19:12:13.784" v="97" actId="20577"/>
          <ac:spMkLst>
            <pc:docMk/>
            <pc:sldMk cId="1836243104" sldId="373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D6FC0B74-B10D-328D-3268-0E81D0ED3359}" dt="2023-11-20T19:15:17.745" v="276" actId="20577"/>
        <pc:sldMkLst>
          <pc:docMk/>
          <pc:sldMk cId="1126401834" sldId="374"/>
        </pc:sldMkLst>
        <pc:spChg chg="mod">
          <ac:chgData name="gui.ifsp11@gmail.com" userId="S::urn:spo:guest#gui.ifsp11@gmail.com::" providerId="AD" clId="Web-{D6FC0B74-B10D-328D-3268-0E81D0ED3359}" dt="2023-11-20T19:15:17.745" v="276" actId="20577"/>
          <ac:spMkLst>
            <pc:docMk/>
            <pc:sldMk cId="1126401834" sldId="374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19:14:22.649" v="219" actId="20577"/>
          <ac:spMkLst>
            <pc:docMk/>
            <pc:sldMk cId="1126401834" sldId="374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D6FC0B74-B10D-328D-3268-0E81D0ED3359}" dt="2023-11-20T19:38:11.161" v="525" actId="20577"/>
        <pc:sldMkLst>
          <pc:docMk/>
          <pc:sldMk cId="1656339531" sldId="375"/>
        </pc:sldMkLst>
        <pc:spChg chg="mod">
          <ac:chgData name="gui.ifsp11@gmail.com" userId="S::urn:spo:guest#gui.ifsp11@gmail.com::" providerId="AD" clId="Web-{D6FC0B74-B10D-328D-3268-0E81D0ED3359}" dt="2023-11-20T19:38:11.161" v="525" actId="20577"/>
          <ac:spMkLst>
            <pc:docMk/>
            <pc:sldMk cId="1656339531" sldId="375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19:30:02.797" v="418" actId="20577"/>
          <ac:spMkLst>
            <pc:docMk/>
            <pc:sldMk cId="1656339531" sldId="375"/>
            <ac:spMk id="204" creationId="{00000000-0000-0000-0000-000000000000}"/>
          </ac:spMkLst>
        </pc:spChg>
      </pc:sldChg>
      <pc:sldChg chg="addSp modSp new mod setBg">
        <pc:chgData name="gui.ifsp11@gmail.com" userId="S::urn:spo:guest#gui.ifsp11@gmail.com::" providerId="AD" clId="Web-{D6FC0B74-B10D-328D-3268-0E81D0ED3359}" dt="2023-11-20T19:41:52.186" v="528"/>
        <pc:sldMkLst>
          <pc:docMk/>
          <pc:sldMk cId="3832717068" sldId="376"/>
        </pc:sldMkLst>
        <pc:spChg chg="mod ord">
          <ac:chgData name="gui.ifsp11@gmail.com" userId="S::urn:spo:guest#gui.ifsp11@gmail.com::" providerId="AD" clId="Web-{D6FC0B74-B10D-328D-3268-0E81D0ED3359}" dt="2023-11-20T19:41:52.186" v="528"/>
          <ac:spMkLst>
            <pc:docMk/>
            <pc:sldMk cId="3832717068" sldId="376"/>
            <ac:spMk id="2" creationId="{AF996410-0FC3-9386-8DAC-21297D39EF95}"/>
          </ac:spMkLst>
        </pc:spChg>
        <pc:picChg chg="add mod">
          <ac:chgData name="gui.ifsp11@gmail.com" userId="S::urn:spo:guest#gui.ifsp11@gmail.com::" providerId="AD" clId="Web-{D6FC0B74-B10D-328D-3268-0E81D0ED3359}" dt="2023-11-20T19:41:52.186" v="528"/>
          <ac:picMkLst>
            <pc:docMk/>
            <pc:sldMk cId="3832717068" sldId="376"/>
            <ac:picMk id="3" creationId="{588294D1-F9E2-C22D-FD78-81E939F9E5B6}"/>
          </ac:picMkLst>
        </pc:picChg>
      </pc:sldChg>
      <pc:sldChg chg="modSp add replId">
        <pc:chgData name="gui.ifsp11@gmail.com" userId="S::urn:spo:guest#gui.ifsp11@gmail.com::" providerId="AD" clId="Web-{D6FC0B74-B10D-328D-3268-0E81D0ED3359}" dt="2023-11-20T19:44:43.303" v="597" actId="20577"/>
        <pc:sldMkLst>
          <pc:docMk/>
          <pc:sldMk cId="3127008508" sldId="377"/>
        </pc:sldMkLst>
        <pc:spChg chg="mod">
          <ac:chgData name="gui.ifsp11@gmail.com" userId="S::urn:spo:guest#gui.ifsp11@gmail.com::" providerId="AD" clId="Web-{D6FC0B74-B10D-328D-3268-0E81D0ED3359}" dt="2023-11-20T19:44:43.303" v="597" actId="20577"/>
          <ac:spMkLst>
            <pc:docMk/>
            <pc:sldMk cId="3127008508" sldId="377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19:43:46.082" v="539" actId="20577"/>
          <ac:spMkLst>
            <pc:docMk/>
            <pc:sldMk cId="3127008508" sldId="377"/>
            <ac:spMk id="204" creationId="{00000000-0000-0000-0000-000000000000}"/>
          </ac:spMkLst>
        </pc:spChg>
      </pc:sldChg>
      <pc:sldChg chg="addSp modSp new mod setBg">
        <pc:chgData name="gui.ifsp11@gmail.com" userId="S::urn:spo:guest#gui.ifsp11@gmail.com::" providerId="AD" clId="Web-{D6FC0B74-B10D-328D-3268-0E81D0ED3359}" dt="2023-11-20T19:45:14.273" v="602"/>
        <pc:sldMkLst>
          <pc:docMk/>
          <pc:sldMk cId="1405388413" sldId="378"/>
        </pc:sldMkLst>
        <pc:spChg chg="mod ord">
          <ac:chgData name="gui.ifsp11@gmail.com" userId="S::urn:spo:guest#gui.ifsp11@gmail.com::" providerId="AD" clId="Web-{D6FC0B74-B10D-328D-3268-0E81D0ED3359}" dt="2023-11-20T19:45:14.273" v="602"/>
          <ac:spMkLst>
            <pc:docMk/>
            <pc:sldMk cId="1405388413" sldId="378"/>
            <ac:spMk id="2" creationId="{B614683A-9730-5F1E-D429-45D68CC84830}"/>
          </ac:spMkLst>
        </pc:spChg>
        <pc:spChg chg="add">
          <ac:chgData name="gui.ifsp11@gmail.com" userId="S::urn:spo:guest#gui.ifsp11@gmail.com::" providerId="AD" clId="Web-{D6FC0B74-B10D-328D-3268-0E81D0ED3359}" dt="2023-11-20T19:45:14.273" v="602"/>
          <ac:spMkLst>
            <pc:docMk/>
            <pc:sldMk cId="1405388413" sldId="378"/>
            <ac:spMk id="8" creationId="{7BDAC5B6-20CE-447F-8BA1-F2274AC7AE5B}"/>
          </ac:spMkLst>
        </pc:spChg>
        <pc:spChg chg="add">
          <ac:chgData name="gui.ifsp11@gmail.com" userId="S::urn:spo:guest#gui.ifsp11@gmail.com::" providerId="AD" clId="Web-{D6FC0B74-B10D-328D-3268-0E81D0ED3359}" dt="2023-11-20T19:45:14.273" v="602"/>
          <ac:spMkLst>
            <pc:docMk/>
            <pc:sldMk cId="1405388413" sldId="378"/>
            <ac:spMk id="10" creationId="{D1D22B31-BF8F-446B-9009-8A251FB177CB}"/>
          </ac:spMkLst>
        </pc:spChg>
        <pc:picChg chg="add mod">
          <ac:chgData name="gui.ifsp11@gmail.com" userId="S::urn:spo:guest#gui.ifsp11@gmail.com::" providerId="AD" clId="Web-{D6FC0B74-B10D-328D-3268-0E81D0ED3359}" dt="2023-11-20T19:45:14.273" v="602"/>
          <ac:picMkLst>
            <pc:docMk/>
            <pc:sldMk cId="1405388413" sldId="378"/>
            <ac:picMk id="3" creationId="{776AAF0B-CBF2-17E1-F3FC-416170909597}"/>
          </ac:picMkLst>
        </pc:picChg>
      </pc:sldChg>
      <pc:sldChg chg="modSp add ord replId">
        <pc:chgData name="gui.ifsp11@gmail.com" userId="S::urn:spo:guest#gui.ifsp11@gmail.com::" providerId="AD" clId="Web-{D6FC0B74-B10D-328D-3268-0E81D0ED3359}" dt="2023-11-20T19:48:27.921" v="664" actId="20577"/>
        <pc:sldMkLst>
          <pc:docMk/>
          <pc:sldMk cId="4212429350" sldId="379"/>
        </pc:sldMkLst>
        <pc:spChg chg="mod">
          <ac:chgData name="gui.ifsp11@gmail.com" userId="S::urn:spo:guest#gui.ifsp11@gmail.com::" providerId="AD" clId="Web-{D6FC0B74-B10D-328D-3268-0E81D0ED3359}" dt="2023-11-20T19:48:27.921" v="664" actId="20577"/>
          <ac:spMkLst>
            <pc:docMk/>
            <pc:sldMk cId="4212429350" sldId="379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19:46:42.651" v="611" actId="20577"/>
          <ac:spMkLst>
            <pc:docMk/>
            <pc:sldMk cId="4212429350" sldId="379"/>
            <ac:spMk id="204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D6FC0B74-B10D-328D-3268-0E81D0ED3359}" dt="2023-11-20T19:51:44.945" v="700" actId="20577"/>
        <pc:sldMkLst>
          <pc:docMk/>
          <pc:sldMk cId="1464949399" sldId="380"/>
        </pc:sldMkLst>
        <pc:spChg chg="mod">
          <ac:chgData name="gui.ifsp11@gmail.com" userId="S::urn:spo:guest#gui.ifsp11@gmail.com::" providerId="AD" clId="Web-{D6FC0B74-B10D-328D-3268-0E81D0ED3359}" dt="2023-11-20T19:51:44.945" v="700" actId="20577"/>
          <ac:spMkLst>
            <pc:docMk/>
            <pc:sldMk cId="1464949399" sldId="380"/>
            <ac:spMk id="196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D6FC0B74-B10D-328D-3268-0E81D0ED3359}" dt="2023-11-20T19:52:32.588" v="717" actId="20577"/>
        <pc:sldMkLst>
          <pc:docMk/>
          <pc:sldMk cId="252554572" sldId="381"/>
        </pc:sldMkLst>
        <pc:spChg chg="mod">
          <ac:chgData name="gui.ifsp11@gmail.com" userId="S::urn:spo:guest#gui.ifsp11@gmail.com::" providerId="AD" clId="Web-{D6FC0B74-B10D-328D-3268-0E81D0ED3359}" dt="2023-11-20T19:52:32.588" v="717" actId="20577"/>
          <ac:spMkLst>
            <pc:docMk/>
            <pc:sldMk cId="252554572" sldId="381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19:52:02.024" v="712" actId="20577"/>
          <ac:spMkLst>
            <pc:docMk/>
            <pc:sldMk cId="252554572" sldId="381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D6FC0B74-B10D-328D-3268-0E81D0ED3359}" dt="2023-11-20T20:18:26.574" v="914" actId="20577"/>
        <pc:sldMkLst>
          <pc:docMk/>
          <pc:sldMk cId="2448660938" sldId="382"/>
        </pc:sldMkLst>
        <pc:spChg chg="mod">
          <ac:chgData name="gui.ifsp11@gmail.com" userId="S::urn:spo:guest#gui.ifsp11@gmail.com::" providerId="AD" clId="Web-{D6FC0B74-B10D-328D-3268-0E81D0ED3359}" dt="2023-11-20T20:18:26.574" v="914" actId="20577"/>
          <ac:spMkLst>
            <pc:docMk/>
            <pc:sldMk cId="2448660938" sldId="382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19:53:09.839" v="730" actId="20577"/>
          <ac:spMkLst>
            <pc:docMk/>
            <pc:sldMk cId="2448660938" sldId="382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D6FC0B74-B10D-328D-3268-0E81D0ED3359}" dt="2023-11-20T20:13:31.640" v="899" actId="20577"/>
        <pc:sldMkLst>
          <pc:docMk/>
          <pc:sldMk cId="1532802918" sldId="383"/>
        </pc:sldMkLst>
        <pc:spChg chg="mod">
          <ac:chgData name="gui.ifsp11@gmail.com" userId="S::urn:spo:guest#gui.ifsp11@gmail.com::" providerId="AD" clId="Web-{D6FC0B74-B10D-328D-3268-0E81D0ED3359}" dt="2023-11-20T20:13:31.640" v="899" actId="20577"/>
          <ac:spMkLst>
            <pc:docMk/>
            <pc:sldMk cId="1532802918" sldId="383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20:09:36.552" v="838" actId="20577"/>
          <ac:spMkLst>
            <pc:docMk/>
            <pc:sldMk cId="1532802918" sldId="383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D6FC0B74-B10D-328D-3268-0E81D0ED3359}" dt="2023-11-20T20:38:30.031" v="1517" actId="20577"/>
        <pc:sldMkLst>
          <pc:docMk/>
          <pc:sldMk cId="3267974714" sldId="384"/>
        </pc:sldMkLst>
        <pc:spChg chg="mod">
          <ac:chgData name="gui.ifsp11@gmail.com" userId="S::urn:spo:guest#gui.ifsp11@gmail.com::" providerId="AD" clId="Web-{D6FC0B74-B10D-328D-3268-0E81D0ED3359}" dt="2023-11-20T20:38:30.031" v="1517" actId="20577"/>
          <ac:spMkLst>
            <pc:docMk/>
            <pc:sldMk cId="3267974714" sldId="384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20:08:47.207" v="791" actId="20577"/>
          <ac:spMkLst>
            <pc:docMk/>
            <pc:sldMk cId="3267974714" sldId="384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D6FC0B74-B10D-328D-3268-0E81D0ED3359}" dt="2023-11-20T20:20:38.549" v="1046" actId="20577"/>
        <pc:sldMkLst>
          <pc:docMk/>
          <pc:sldMk cId="1744684628" sldId="385"/>
        </pc:sldMkLst>
        <pc:spChg chg="mod">
          <ac:chgData name="gui.ifsp11@gmail.com" userId="S::urn:spo:guest#gui.ifsp11@gmail.com::" providerId="AD" clId="Web-{D6FC0B74-B10D-328D-3268-0E81D0ED3359}" dt="2023-11-20T20:20:38.549" v="1046" actId="20577"/>
          <ac:spMkLst>
            <pc:docMk/>
            <pc:sldMk cId="1744684628" sldId="385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20:19:33.515" v="957" actId="20577"/>
          <ac:spMkLst>
            <pc:docMk/>
            <pc:sldMk cId="1744684628" sldId="385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D6FC0B74-B10D-328D-3268-0E81D0ED3359}" dt="2023-11-20T20:38:15.468" v="1514" actId="20577"/>
        <pc:sldMkLst>
          <pc:docMk/>
          <pc:sldMk cId="3636215984" sldId="386"/>
        </pc:sldMkLst>
        <pc:spChg chg="mod">
          <ac:chgData name="gui.ifsp11@gmail.com" userId="S::urn:spo:guest#gui.ifsp11@gmail.com::" providerId="AD" clId="Web-{D6FC0B74-B10D-328D-3268-0E81D0ED3359}" dt="2023-11-20T20:38:15.468" v="1514" actId="20577"/>
          <ac:spMkLst>
            <pc:docMk/>
            <pc:sldMk cId="3636215984" sldId="386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20:18:39.012" v="918" actId="20577"/>
          <ac:spMkLst>
            <pc:docMk/>
            <pc:sldMk cId="3636215984" sldId="386"/>
            <ac:spMk id="204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D6FC0B74-B10D-328D-3268-0E81D0ED3359}" dt="2023-11-20T20:23:08.461" v="1222" actId="20577"/>
        <pc:sldMkLst>
          <pc:docMk/>
          <pc:sldMk cId="3064229850" sldId="387"/>
        </pc:sldMkLst>
        <pc:spChg chg="mod">
          <ac:chgData name="gui.ifsp11@gmail.com" userId="S::urn:spo:guest#gui.ifsp11@gmail.com::" providerId="AD" clId="Web-{D6FC0B74-B10D-328D-3268-0E81D0ED3359}" dt="2023-11-20T20:23:08.461" v="1222" actId="20577"/>
          <ac:spMkLst>
            <pc:docMk/>
            <pc:sldMk cId="3064229850" sldId="387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20:21:35.004" v="1068" actId="20577"/>
          <ac:spMkLst>
            <pc:docMk/>
            <pc:sldMk cId="3064229850" sldId="387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D6FC0B74-B10D-328D-3268-0E81D0ED3359}" dt="2023-11-20T20:24:16.745" v="1245" actId="20577"/>
        <pc:sldMkLst>
          <pc:docMk/>
          <pc:sldMk cId="3861227020" sldId="388"/>
        </pc:sldMkLst>
        <pc:spChg chg="mod">
          <ac:chgData name="gui.ifsp11@gmail.com" userId="S::urn:spo:guest#gui.ifsp11@gmail.com::" providerId="AD" clId="Web-{D6FC0B74-B10D-328D-3268-0E81D0ED3359}" dt="2023-11-20T20:24:16.745" v="1245" actId="20577"/>
          <ac:spMkLst>
            <pc:docMk/>
            <pc:sldMk cId="3861227020" sldId="388"/>
            <ac:spMk id="196" creationId="{00000000-0000-0000-0000-000000000000}"/>
          </ac:spMkLst>
        </pc:spChg>
      </pc:sldChg>
      <pc:sldChg chg="modSp add ord replId">
        <pc:chgData name="gui.ifsp11@gmail.com" userId="S::urn:spo:guest#gui.ifsp11@gmail.com::" providerId="AD" clId="Web-{D6FC0B74-B10D-328D-3268-0E81D0ED3359}" dt="2023-11-20T20:30:33.652" v="1508" actId="20577"/>
        <pc:sldMkLst>
          <pc:docMk/>
          <pc:sldMk cId="2536205062" sldId="389"/>
        </pc:sldMkLst>
        <pc:spChg chg="mod">
          <ac:chgData name="gui.ifsp11@gmail.com" userId="S::urn:spo:guest#gui.ifsp11@gmail.com::" providerId="AD" clId="Web-{D6FC0B74-B10D-328D-3268-0E81D0ED3359}" dt="2023-11-20T20:30:33.652" v="1508" actId="20577"/>
          <ac:spMkLst>
            <pc:docMk/>
            <pc:sldMk cId="2536205062" sldId="389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20:27:14.846" v="1275" actId="20577"/>
          <ac:spMkLst>
            <pc:docMk/>
            <pc:sldMk cId="2536205062" sldId="389"/>
            <ac:spMk id="204" creationId="{00000000-0000-0000-0000-000000000000}"/>
          </ac:spMkLst>
        </pc:spChg>
      </pc:sldChg>
      <pc:sldChg chg="modSp add replId">
        <pc:chgData name="gui.ifsp11@gmail.com" userId="S::urn:spo:guest#gui.ifsp11@gmail.com::" providerId="AD" clId="Web-{D6FC0B74-B10D-328D-3268-0E81D0ED3359}" dt="2023-11-20T20:30:48.590" v="1510" actId="20577"/>
        <pc:sldMkLst>
          <pc:docMk/>
          <pc:sldMk cId="2654937385" sldId="390"/>
        </pc:sldMkLst>
        <pc:spChg chg="mod">
          <ac:chgData name="gui.ifsp11@gmail.com" userId="S::urn:spo:guest#gui.ifsp11@gmail.com::" providerId="AD" clId="Web-{D6FC0B74-B10D-328D-3268-0E81D0ED3359}" dt="2023-11-20T20:30:48.590" v="1510" actId="20577"/>
          <ac:spMkLst>
            <pc:docMk/>
            <pc:sldMk cId="2654937385" sldId="390"/>
            <ac:spMk id="203" creationId="{00000000-0000-0000-0000-000000000000}"/>
          </ac:spMkLst>
        </pc:spChg>
        <pc:spChg chg="mod">
          <ac:chgData name="gui.ifsp11@gmail.com" userId="S::urn:spo:guest#gui.ifsp11@gmail.com::" providerId="AD" clId="Web-{D6FC0B74-B10D-328D-3268-0E81D0ED3359}" dt="2023-11-20T20:28:59.992" v="1423" actId="20577"/>
          <ac:spMkLst>
            <pc:docMk/>
            <pc:sldMk cId="2654937385" sldId="390"/>
            <ac:spMk id="204" creationId="{00000000-0000-0000-0000-000000000000}"/>
          </ac:spMkLst>
        </pc:spChg>
      </pc:sldChg>
    </pc:docChg>
  </pc:docChgLst>
  <pc:docChgLst>
    <pc:chgData name="Mario Martins Neto" userId="S::mario@dio.me::9d7f9aba-4bf4-4d00-b20c-43e9efb35098" providerId="AD" clId="Web-{7FE32721-0804-C5F7-FEF2-A5F0F23050AC}"/>
    <pc:docChg chg="addSld">
      <pc:chgData name="Mario Martins Neto" userId="S::mario@dio.me::9d7f9aba-4bf4-4d00-b20c-43e9efb35098" providerId="AD" clId="Web-{7FE32721-0804-C5F7-FEF2-A5F0F23050AC}" dt="2023-06-06T12:54:58.079" v="0"/>
      <pc:docMkLst>
        <pc:docMk/>
      </pc:docMkLst>
      <pc:sldChg chg="add replId">
        <pc:chgData name="Mario Martins Neto" userId="S::mario@dio.me::9d7f9aba-4bf4-4d00-b20c-43e9efb35098" providerId="AD" clId="Web-{7FE32721-0804-C5F7-FEF2-A5F0F23050AC}" dt="2023-06-06T12:54:58.079" v="0"/>
        <pc:sldMkLst>
          <pc:docMk/>
          <pc:sldMk cId="2565282861" sldId="287"/>
        </pc:sldMkLst>
      </pc:sldChg>
    </pc:docChg>
  </pc:docChgLst>
  <pc:docChgLst>
    <pc:chgData name="Leonardo Moreira Ropelato" userId="S::leonardo.ropelato@dio.me::a289a7f8-9c5e-44ce-8a70-4fb6bc72822a" providerId="AD" clId="Web-{25A78222-0ECE-19BF-0D06-55146FE4B128}"/>
    <pc:docChg chg="addSld delSld modSld sldOrd">
      <pc:chgData name="Leonardo Moreira Ropelato" userId="S::leonardo.ropelato@dio.me::a289a7f8-9c5e-44ce-8a70-4fb6bc72822a" providerId="AD" clId="Web-{25A78222-0ECE-19BF-0D06-55146FE4B128}" dt="2023-04-18T14:00:35.650" v="396" actId="14100"/>
      <pc:docMkLst>
        <pc:docMk/>
      </pc:docMkLst>
      <pc:sldChg chg="modSp">
        <pc:chgData name="Leonardo Moreira Ropelato" userId="S::leonardo.ropelato@dio.me::a289a7f8-9c5e-44ce-8a70-4fb6bc72822a" providerId="AD" clId="Web-{25A78222-0ECE-19BF-0D06-55146FE4B128}" dt="2023-04-18T13:28:17.088" v="140" actId="14100"/>
        <pc:sldMkLst>
          <pc:docMk/>
          <pc:sldMk cId="0" sldId="257"/>
        </pc:sldMkLst>
        <pc:spChg chg="mod">
          <ac:chgData name="Leonardo Moreira Ropelato" userId="S::leonardo.ropelato@dio.me::a289a7f8-9c5e-44ce-8a70-4fb6bc72822a" providerId="AD" clId="Web-{25A78222-0ECE-19BF-0D06-55146FE4B128}" dt="2023-04-18T13:28:17.088" v="140" actId="14100"/>
          <ac:spMkLst>
            <pc:docMk/>
            <pc:sldMk cId="0" sldId="257"/>
            <ac:spMk id="66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25A78222-0ECE-19BF-0D06-55146FE4B128}" dt="2023-04-18T13:51:16.695" v="169" actId="20577"/>
        <pc:sldMkLst>
          <pc:docMk/>
          <pc:sldMk cId="0" sldId="260"/>
        </pc:sldMkLst>
        <pc:spChg chg="mod">
          <ac:chgData name="Leonardo Moreira Ropelato" userId="S::leonardo.ropelato@dio.me::a289a7f8-9c5e-44ce-8a70-4fb6bc72822a" providerId="AD" clId="Web-{25A78222-0ECE-19BF-0D06-55146FE4B128}" dt="2023-04-18T13:51:16.695" v="169" actId="20577"/>
          <ac:spMkLst>
            <pc:docMk/>
            <pc:sldMk cId="0" sldId="260"/>
            <ac:spMk id="154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17:55.604" v="15" actId="20577"/>
          <ac:spMkLst>
            <pc:docMk/>
            <pc:sldMk cId="0" sldId="260"/>
            <ac:spMk id="155" creationId="{00000000-0000-0000-0000-000000000000}"/>
          </ac:spMkLst>
        </pc:spChg>
      </pc:sldChg>
      <pc:sldChg chg="ord">
        <pc:chgData name="Leonardo Moreira Ropelato" userId="S::leonardo.ropelato@dio.me::a289a7f8-9c5e-44ce-8a70-4fb6bc72822a" providerId="AD" clId="Web-{25A78222-0ECE-19BF-0D06-55146FE4B128}" dt="2023-04-18T13:25:06.099" v="69"/>
        <pc:sldMkLst>
          <pc:docMk/>
          <pc:sldMk cId="0" sldId="261"/>
        </pc:sldMkLst>
      </pc:sldChg>
      <pc:sldChg chg="modSp ord">
        <pc:chgData name="Leonardo Moreira Ropelato" userId="S::leonardo.ropelato@dio.me::a289a7f8-9c5e-44ce-8a70-4fb6bc72822a" providerId="AD" clId="Web-{25A78222-0ECE-19BF-0D06-55146FE4B128}" dt="2023-04-18T13:53:26.793" v="232" actId="14100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25A78222-0ECE-19BF-0D06-55146FE4B128}" dt="2023-04-18T13:53:26.793" v="232" actId="14100"/>
          <ac:spMkLst>
            <pc:docMk/>
            <pc:sldMk cId="0" sldId="262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1:36.695" v="182" actId="20577"/>
          <ac:spMkLst>
            <pc:docMk/>
            <pc:sldMk cId="0" sldId="262"/>
            <ac:spMk id="169" creationId="{00000000-0000-0000-0000-000000000000}"/>
          </ac:spMkLst>
        </pc:spChg>
      </pc:sldChg>
      <pc:sldChg chg="modSp modNotes">
        <pc:chgData name="Leonardo Moreira Ropelato" userId="S::leonardo.ropelato@dio.me::a289a7f8-9c5e-44ce-8a70-4fb6bc72822a" providerId="AD" clId="Web-{25A78222-0ECE-19BF-0D06-55146FE4B128}" dt="2023-04-18T13:59:29.414" v="386" actId="20577"/>
        <pc:sldMkLst>
          <pc:docMk/>
          <pc:sldMk cId="0" sldId="263"/>
        </pc:sldMkLst>
        <pc:spChg chg="mod">
          <ac:chgData name="Leonardo Moreira Ropelato" userId="S::leonardo.ropelato@dio.me::a289a7f8-9c5e-44ce-8a70-4fb6bc72822a" providerId="AD" clId="Web-{25A78222-0ECE-19BF-0D06-55146FE4B128}" dt="2023-04-18T13:59:29.414" v="386" actId="20577"/>
          <ac:spMkLst>
            <pc:docMk/>
            <pc:sldMk cId="0" sldId="263"/>
            <ac:spMk id="175" creationId="{00000000-0000-0000-0000-000000000000}"/>
          </ac:spMkLst>
        </pc:spChg>
      </pc:sldChg>
      <pc:sldChg chg="delSp modSp">
        <pc:chgData name="Leonardo Moreira Ropelato" userId="S::leonardo.ropelato@dio.me::a289a7f8-9c5e-44ce-8a70-4fb6bc72822a" providerId="AD" clId="Web-{25A78222-0ECE-19BF-0D06-55146FE4B128}" dt="2023-04-18T13:20:59.811" v="51" actId="20577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25A78222-0ECE-19BF-0D06-55146FE4B128}" dt="2023-04-18T13:19:19.777" v="16" actId="20577"/>
          <ac:spMkLst>
            <pc:docMk/>
            <pc:sldMk cId="0" sldId="264"/>
            <ac:spMk id="182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1.824" v="17"/>
          <ac:spMkLst>
            <pc:docMk/>
            <pc:sldMk cId="0" sldId="264"/>
            <ac:spMk id="183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0:59.811" v="51" actId="20577"/>
          <ac:spMkLst>
            <pc:docMk/>
            <pc:sldMk cId="0" sldId="264"/>
            <ac:spMk id="18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3.934" v="18"/>
          <ac:spMkLst>
            <pc:docMk/>
            <pc:sldMk cId="0" sldId="264"/>
            <ac:spMk id="185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34.668" v="21"/>
          <ac:spMkLst>
            <pc:docMk/>
            <pc:sldMk cId="0" sldId="264"/>
            <ac:spMk id="186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5.231" v="19"/>
          <ac:spMkLst>
            <pc:docMk/>
            <pc:sldMk cId="0" sldId="264"/>
            <ac:spMk id="187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36.700" v="22"/>
          <ac:spMkLst>
            <pc:docMk/>
            <pc:sldMk cId="0" sldId="264"/>
            <ac:spMk id="188" creationId="{00000000-0000-0000-0000-000000000000}"/>
          </ac:spMkLst>
        </pc:spChg>
      </pc:sldChg>
      <pc:sldChg chg="delSp modSp">
        <pc:chgData name="Leonardo Moreira Ropelato" userId="S::leonardo.ropelato@dio.me::a289a7f8-9c5e-44ce-8a70-4fb6bc72822a" providerId="AD" clId="Web-{25A78222-0ECE-19BF-0D06-55146FE4B128}" dt="2023-04-18T13:47:36.953" v="145" actId="20577"/>
        <pc:sldMkLst>
          <pc:docMk/>
          <pc:sldMk cId="0" sldId="265"/>
        </pc:sldMkLst>
        <pc:spChg chg="mod">
          <ac:chgData name="Leonardo Moreira Ropelato" userId="S::leonardo.ropelato@dio.me::a289a7f8-9c5e-44ce-8a70-4fb6bc72822a" providerId="AD" clId="Web-{25A78222-0ECE-19BF-0D06-55146FE4B128}" dt="2023-04-18T13:47:36.953" v="145" actId="20577"/>
          <ac:spMkLst>
            <pc:docMk/>
            <pc:sldMk cId="0" sldId="265"/>
            <ac:spMk id="19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25:20.615" v="70"/>
          <ac:spMkLst>
            <pc:docMk/>
            <pc:sldMk cId="0" sldId="265"/>
            <ac:spMk id="195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5:28.740" v="77" actId="20577"/>
          <ac:spMkLst>
            <pc:docMk/>
            <pc:sldMk cId="0" sldId="265"/>
            <ac:spMk id="196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25A78222-0ECE-19BF-0D06-55146FE4B128}" dt="2023-04-18T13:47:51.094" v="148" actId="20577"/>
        <pc:sldMkLst>
          <pc:docMk/>
          <pc:sldMk cId="0" sldId="266"/>
        </pc:sldMkLst>
        <pc:spChg chg="mod">
          <ac:chgData name="Leonardo Moreira Ropelato" userId="S::leonardo.ropelato@dio.me::a289a7f8-9c5e-44ce-8a70-4fb6bc72822a" providerId="AD" clId="Web-{25A78222-0ECE-19BF-0D06-55146FE4B128}" dt="2023-04-18T13:47:51.094" v="148" actId="20577"/>
          <ac:spMkLst>
            <pc:docMk/>
            <pc:sldMk cId="0" sldId="266"/>
            <ac:spMk id="204" creationId="{00000000-0000-0000-0000-000000000000}"/>
          </ac:spMkLst>
        </pc:spChg>
      </pc:sldChg>
      <pc:sldChg chg="del">
        <pc:chgData name="Leonardo Moreira Ropelato" userId="S::leonardo.ropelato@dio.me::a289a7f8-9c5e-44ce-8a70-4fb6bc72822a" providerId="AD" clId="Web-{25A78222-0ECE-19BF-0D06-55146FE4B128}" dt="2023-04-18T13:25:42.131" v="80"/>
        <pc:sldMkLst>
          <pc:docMk/>
          <pc:sldMk cId="0" sldId="267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3.975" v="81"/>
        <pc:sldMkLst>
          <pc:docMk/>
          <pc:sldMk cId="0" sldId="268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4.803" v="82"/>
        <pc:sldMkLst>
          <pc:docMk/>
          <pc:sldMk cId="0" sldId="269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7.053" v="83"/>
        <pc:sldMkLst>
          <pc:docMk/>
          <pc:sldMk cId="0" sldId="270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9.178" v="84"/>
        <pc:sldMkLst>
          <pc:docMk/>
          <pc:sldMk cId="0" sldId="271"/>
        </pc:sldMkLst>
      </pc:sldChg>
      <pc:sldChg chg="modSp modNotes">
        <pc:chgData name="Leonardo Moreira Ropelato" userId="S::leonardo.ropelato@dio.me::a289a7f8-9c5e-44ce-8a70-4fb6bc72822a" providerId="AD" clId="Web-{25A78222-0ECE-19BF-0D06-55146FE4B128}" dt="2023-04-18T13:27:55.915" v="139" actId="20577"/>
        <pc:sldMkLst>
          <pc:docMk/>
          <pc:sldMk cId="0" sldId="272"/>
        </pc:sldMkLst>
        <pc:spChg chg="mod">
          <ac:chgData name="Leonardo Moreira Ropelato" userId="S::leonardo.ropelato@dio.me::a289a7f8-9c5e-44ce-8a70-4fb6bc72822a" providerId="AD" clId="Web-{25A78222-0ECE-19BF-0D06-55146FE4B128}" dt="2023-04-18T13:27:55.915" v="139" actId="20577"/>
          <ac:spMkLst>
            <pc:docMk/>
            <pc:sldMk cId="0" sldId="272"/>
            <ac:spMk id="259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5:57.037" v="85" actId="20577"/>
          <ac:spMkLst>
            <pc:docMk/>
            <pc:sldMk cId="0" sldId="272"/>
            <ac:spMk id="262" creationId="{00000000-0000-0000-0000-000000000000}"/>
          </ac:spMkLst>
        </pc:spChg>
      </pc:sldChg>
      <pc:sldChg chg="modSp add ord replId">
        <pc:chgData name="Leonardo Moreira Ropelato" userId="S::leonardo.ropelato@dio.me::a289a7f8-9c5e-44ce-8a70-4fb6bc72822a" providerId="AD" clId="Web-{25A78222-0ECE-19BF-0D06-55146FE4B128}" dt="2023-04-18T13:53:40.699" v="233" actId="14100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25A78222-0ECE-19BF-0D06-55146FE4B128}" dt="2023-04-18T13:49:43.629" v="163" actId="20577"/>
          <ac:spMkLst>
            <pc:docMk/>
            <pc:sldMk cId="1393734078" sldId="276"/>
            <ac:spMk id="154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3:40.699" v="233" actId="14100"/>
          <ac:spMkLst>
            <pc:docMk/>
            <pc:sldMk cId="1393734078" sldId="276"/>
            <ac:spMk id="155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25A78222-0ECE-19BF-0D06-55146FE4B128}" dt="2023-04-18T14:00:35.650" v="396" actId="14100"/>
        <pc:sldMkLst>
          <pc:docMk/>
          <pc:sldMk cId="2315204132" sldId="277"/>
        </pc:sldMkLst>
        <pc:spChg chg="mod">
          <ac:chgData name="Leonardo Moreira Ropelato" userId="S::leonardo.ropelato@dio.me::a289a7f8-9c5e-44ce-8a70-4fb6bc72822a" providerId="AD" clId="Web-{25A78222-0ECE-19BF-0D06-55146FE4B128}" dt="2023-04-18T14:00:35.650" v="396" actId="14100"/>
          <ac:spMkLst>
            <pc:docMk/>
            <pc:sldMk cId="2315204132" sldId="277"/>
            <ac:spMk id="168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25A78222-0ECE-19BF-0D06-55146FE4B128}" dt="2023-04-18T13:51:57.352" v="188" actId="20577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25A78222-0ECE-19BF-0D06-55146FE4B128}" dt="2023-04-18T13:51:57.352" v="188" actId="20577"/>
          <ac:spMkLst>
            <pc:docMk/>
            <pc:sldMk cId="1152829319" sldId="278"/>
            <ac:spMk id="169" creationId="{00000000-0000-0000-0000-000000000000}"/>
          </ac:spMkLst>
        </pc:spChg>
      </pc:sldChg>
      <pc:sldChg chg="modSp add replId modNotes">
        <pc:chgData name="Leonardo Moreira Ropelato" userId="S::leonardo.ropelato@dio.me::a289a7f8-9c5e-44ce-8a70-4fb6bc72822a" providerId="AD" clId="Web-{25A78222-0ECE-19BF-0D06-55146FE4B128}" dt="2023-04-18T13:57:36.660" v="354"/>
        <pc:sldMkLst>
          <pc:docMk/>
          <pc:sldMk cId="2147046171" sldId="279"/>
        </pc:sldMkLst>
        <pc:spChg chg="mod">
          <ac:chgData name="Leonardo Moreira Ropelato" userId="S::leonardo.ropelato@dio.me::a289a7f8-9c5e-44ce-8a70-4fb6bc72822a" providerId="AD" clId="Web-{25A78222-0ECE-19BF-0D06-55146FE4B128}" dt="2023-04-18T13:57:36.660" v="354"/>
          <ac:spMkLst>
            <pc:docMk/>
            <pc:sldMk cId="2147046171" sldId="279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2:21.259" v="205" actId="20577"/>
          <ac:spMkLst>
            <pc:docMk/>
            <pc:sldMk cId="2147046171" sldId="279"/>
            <ac:spMk id="169" creationId="{00000000-0000-0000-0000-000000000000}"/>
          </ac:spMkLst>
        </pc:spChg>
      </pc:sldChg>
      <pc:sldChg chg="addSp modSp new">
        <pc:chgData name="Leonardo Moreira Ropelato" userId="S::leonardo.ropelato@dio.me::a289a7f8-9c5e-44ce-8a70-4fb6bc72822a" providerId="AD" clId="Web-{25A78222-0ECE-19BF-0D06-55146FE4B128}" dt="2023-04-18T13:55:48.797" v="273" actId="1076"/>
        <pc:sldMkLst>
          <pc:docMk/>
          <pc:sldMk cId="2843888819" sldId="280"/>
        </pc:sldMkLst>
        <pc:spChg chg="add mod">
          <ac:chgData name="Leonardo Moreira Ropelato" userId="S::leonardo.ropelato@dio.me::a289a7f8-9c5e-44ce-8a70-4fb6bc72822a" providerId="AD" clId="Web-{25A78222-0ECE-19BF-0D06-55146FE4B128}" dt="2023-04-18T13:55:48.797" v="273" actId="1076"/>
          <ac:spMkLst>
            <pc:docMk/>
            <pc:sldMk cId="2843888819" sldId="280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CD8C164C-87A1-BB97-066D-0B7815837E4B}"/>
    <pc:docChg chg="modSld addMainMaster delMainMaster modMainMaster">
      <pc:chgData name="Leonardo Moreira Ropelato" userId="S::leonardo.ropelato@dio.me::a289a7f8-9c5e-44ce-8a70-4fb6bc72822a" providerId="AD" clId="Web-{CD8C164C-87A1-BB97-066D-0B7815837E4B}" dt="2023-04-10T20:44:03.814" v="22" actId="1076"/>
      <pc:docMkLst>
        <pc:docMk/>
      </pc:docMkLst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33.142" v="19"/>
        <pc:sldMkLst>
          <pc:docMk/>
          <pc:sldMk cId="0" sldId="256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1.110" v="17"/>
          <ac:spMkLst>
            <pc:docMk/>
            <pc:sldMk cId="0" sldId="256"/>
            <ac:spMk id="2" creationId="{EC266B5E-A273-82CF-BA8E-BF29480D25DF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33.142" v="19"/>
          <ac:spMkLst>
            <pc:docMk/>
            <pc:sldMk cId="0" sldId="256"/>
            <ac:spMk id="3" creationId="{56BFC560-F21E-81B2-6BD2-D99A66C2FC44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0.922" v="11"/>
          <ac:spMkLst>
            <pc:docMk/>
            <pc:sldMk cId="0" sldId="256"/>
            <ac:spMk id="5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7"/>
        </pc:sldMkLst>
        <pc:spChg chg="add mod">
          <ac:chgData name="Leonardo Moreira Ropelato" userId="S::leonardo.ropelato@dio.me::a289a7f8-9c5e-44ce-8a70-4fb6bc72822a" providerId="AD" clId="Web-{CD8C164C-87A1-BB97-066D-0B7815837E4B}" dt="2023-04-10T20:41:44.514" v="7" actId="20577"/>
          <ac:spMkLst>
            <pc:docMk/>
            <pc:sldMk cId="0" sldId="257"/>
            <ac:spMk id="2" creationId="{E2DCAAD5-75F5-D4AB-67E4-FB7E63D3BE84}"/>
          </ac:spMkLst>
        </pc:spChg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7"/>
            <ac:spMk id="3" creationId="{6B8FB904-373F-B6D8-4A5E-B0D28E9AA056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7"/>
            <ac:spMk id="4" creationId="{08B5DFE3-9C43-CEED-367E-C5E30766B4DB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7"/>
            <ac:spMk id="6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CD8C164C-87A1-BB97-066D-0B7815837E4B}" dt="2023-04-10T20:41:21.920" v="1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8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8"/>
            <ac:spMk id="2" creationId="{269BB626-2462-68AA-37A7-3BF0006862D9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8"/>
            <ac:spMk id="3" creationId="{02A3E13E-D93E-FC3D-37A5-DEF15D99462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8"/>
            <ac:spMk id="72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9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9"/>
            <ac:spMk id="2" creationId="{393893B6-F713-7BFA-D05D-C79C2EAC27F4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9"/>
            <ac:spMk id="3" creationId="{DB827BF3-C5D7-C5E4-C19B-E6B0D5BA84B0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9"/>
            <ac:spMk id="113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0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0"/>
            <ac:spMk id="2" creationId="{91B2638D-84F9-9688-02EA-A4E5962F4020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0"/>
            <ac:spMk id="3" creationId="{4FA95A95-A1E7-0B2E-183F-D3C4DED9A47A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0"/>
            <ac:spMk id="15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1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1"/>
            <ac:spMk id="2" creationId="{F35E2E35-738F-6E3E-CA78-B043BDD7842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1"/>
            <ac:spMk id="3" creationId="{A2BFD5A8-7B36-CD6B-846D-32794404FF61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2:39.859" v="10"/>
          <ac:spMkLst>
            <pc:docMk/>
            <pc:sldMk cId="0" sldId="261"/>
            <ac:spMk id="162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2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2"/>
            <ac:spMk id="2" creationId="{4305D4ED-DCF5-4974-5A7B-BCA4C8AE1DCD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2"/>
            <ac:spMk id="3" creationId="{6D441B70-C259-32CC-1493-7549E4EAC38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2"/>
            <ac:spMk id="170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3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3"/>
            <ac:spMk id="2" creationId="{DC737CF6-2976-8BF9-5B20-B0FF58986EFC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3"/>
            <ac:spMk id="3" creationId="{7B7BB7D6-497D-5E00-850D-A213CF0D14D6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3"/>
            <ac:spMk id="17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4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4"/>
            <ac:spMk id="2" creationId="{500B6618-407C-6A36-0AFA-100DF1DEACA3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4"/>
            <ac:spMk id="3" creationId="{7C3E85DE-0BCB-22EC-1F64-128594C01BF5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4"/>
            <ac:spMk id="189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5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5"/>
            <ac:spMk id="2" creationId="{72C7E0D4-2ABB-D35C-CF71-E70E25FC9BDF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5"/>
            <ac:spMk id="3" creationId="{1EE3FB77-839E-056B-FC30-2E415E9A8C7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5"/>
            <ac:spMk id="198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6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6"/>
            <ac:spMk id="2" creationId="{3A198E60-C816-ECCD-A829-14DE199A089E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6"/>
            <ac:spMk id="3" creationId="{E220D837-ED92-7739-3C92-62D75746109A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6"/>
            <ac:spMk id="205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7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7"/>
            <ac:spMk id="2" creationId="{4DC8B5A6-73B5-1EB5-25EB-8438E1FA5E5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7"/>
            <ac:spMk id="3" creationId="{A65046E1-98BB-8162-D86A-256526340B36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7"/>
            <ac:spMk id="21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8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8"/>
            <ac:spMk id="2" creationId="{D9F5B696-B278-E409-371B-B81654C6890A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8"/>
            <ac:spMk id="3" creationId="{8CEA6296-0B95-A271-2BE7-528B871A755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8"/>
            <ac:spMk id="22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9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9"/>
            <ac:spMk id="2" creationId="{EB3B0A7E-345E-0832-5BB7-7564052E72F6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9"/>
            <ac:spMk id="3" creationId="{0873FE7E-68E1-EB6C-698C-CD8EF3CAF672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9"/>
            <ac:spMk id="233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0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0"/>
            <ac:spMk id="2" creationId="{BA58DF84-B2E8-D5F0-BD6C-8E63D043730B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0"/>
            <ac:spMk id="3" creationId="{87894030-DDAD-CFF5-1FFC-C0706BE9E2E7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0"/>
            <ac:spMk id="245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1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1"/>
            <ac:spMk id="2" creationId="{D2F823D0-034A-E8F1-A644-7E9EFF08F85A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1"/>
            <ac:spMk id="3" creationId="{8B05147A-F969-1CDE-E83F-34303B7E1939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1"/>
            <ac:spMk id="254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2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2"/>
            <ac:spMk id="2" creationId="{2FF7FE70-F4FE-4CF6-6CF9-28F0DBCAB635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2"/>
            <ac:spMk id="3" creationId="{A9C70728-C6E1-3924-6828-5E0DC5C8BBA1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2"/>
            <ac:spMk id="261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3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3"/>
            <ac:spMk id="2" creationId="{3A4081A6-CCFC-301C-B327-C2B867460722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3"/>
            <ac:spMk id="3" creationId="{9295ED18-A814-4E32-CB0F-E538E60E43F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3"/>
            <ac:spMk id="269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4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4"/>
            <ac:spMk id="2" creationId="{8D11B0B6-A491-29CC-998A-0126053C8F9C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4"/>
            <ac:spMk id="3" creationId="{A6459799-DBB3-9DD9-C204-E13E011493EB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4"/>
            <ac:spMk id="27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4:03.814" v="22" actId="1076"/>
        <pc:sldMkLst>
          <pc:docMk/>
          <pc:sldMk cId="0" sldId="275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5"/>
            <ac:spMk id="2" creationId="{15D63E49-B943-84B7-B55C-AC89414D71A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5"/>
            <ac:spMk id="3" creationId="{E0E80D14-D1AD-4C74-8489-88CB3A872750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5"/>
            <ac:spMk id="285" creationId="{00000000-0000-0000-0000-000000000000}"/>
          </ac:spMkLst>
        </pc:spChg>
        <pc:picChg chg="mod">
          <ac:chgData name="Leonardo Moreira Ropelato" userId="S::leonardo.ropelato@dio.me::a289a7f8-9c5e-44ce-8a70-4fb6bc72822a" providerId="AD" clId="Web-{CD8C164C-87A1-BB97-066D-0B7815837E4B}" dt="2023-04-10T20:44:03.814" v="22" actId="1076"/>
          <ac:picMkLst>
            <pc:docMk/>
            <pc:sldMk cId="0" sldId="275"/>
            <ac:picMk id="284" creationId="{00000000-0000-0000-0000-000000000000}"/>
          </ac:picMkLst>
        </pc:picChg>
      </pc:sldChg>
      <pc:sldMasterChg chg="del delSldLayout">
        <pc:chgData name="Leonardo Moreira Ropelato" userId="S::leonardo.ropelato@dio.me::a289a7f8-9c5e-44ce-8a70-4fb6bc72822a" providerId="AD" clId="Web-{CD8C164C-87A1-BB97-066D-0B7815837E4B}" dt="2023-04-10T20:41:59.077" v="8"/>
        <pc:sldMasterMkLst>
          <pc:docMk/>
          <pc:sldMasterMk cId="0" sldId="2147483648"/>
        </pc:sldMasterMkLst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3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9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60"/>
          </pc:sldLayoutMkLst>
        </pc:sldLayoutChg>
      </pc:sldMasterChg>
      <pc:sldMasterChg chg="add mod addSldLayout modSldLayout">
        <pc:chgData name="Leonardo Moreira Ropelato" userId="S::leonardo.ropelato@dio.me::a289a7f8-9c5e-44ce-8a70-4fb6bc72822a" providerId="AD" clId="Web-{CD8C164C-87A1-BB97-066D-0B7815837E4B}" dt="2023-04-10T20:43:43.470" v="20"/>
        <pc:sldMasterMkLst>
          <pc:docMk/>
          <pc:sldMasterMk cId="671348263" sldId="2147483661"/>
        </pc:sldMasterMkLst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683621079" sldId="2147483662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613105325" sldId="2147483663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59170256" sldId="2147483664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3186453110" sldId="2147483665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89494797" sldId="2147483666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351810797" sldId="2147483667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4064732990" sldId="2147483668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791379102" sldId="2147483669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542727112" sldId="2147483670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853127826" sldId="2147483671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74421405" sldId="2147483672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942748697" sldId="214748367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i="1"/>
              <a:t>Cada </a:t>
            </a:r>
            <a:r>
              <a:rPr lang="en-US" i="1" err="1"/>
              <a:t>tema</a:t>
            </a:r>
            <a:r>
              <a:rPr lang="en-US" i="1"/>
              <a:t> </a:t>
            </a:r>
            <a:r>
              <a:rPr lang="en-US" i="1" err="1"/>
              <a:t>deve</a:t>
            </a:r>
            <a:r>
              <a:rPr lang="en-US" i="1"/>
              <a:t> </a:t>
            </a:r>
            <a:r>
              <a:rPr lang="en-US" i="1" err="1"/>
              <a:t>ter</a:t>
            </a:r>
            <a:r>
              <a:rPr lang="en-US" i="1"/>
              <a:t> </a:t>
            </a:r>
            <a:r>
              <a:rPr lang="en-US" i="1" err="1"/>
              <a:t>sua</a:t>
            </a:r>
            <a:r>
              <a:rPr lang="en-US" i="1"/>
              <a:t> </a:t>
            </a:r>
            <a:r>
              <a:rPr lang="en-US" i="1" err="1"/>
              <a:t>respectiva</a:t>
            </a:r>
            <a:r>
              <a:rPr lang="en-US" i="1"/>
              <a:t> </a:t>
            </a:r>
            <a:r>
              <a:rPr lang="en-US" i="1" err="1"/>
              <a:t>apresentação</a:t>
            </a:r>
            <a:r>
              <a:rPr lang="en-US" i="1"/>
              <a:t>, </a:t>
            </a:r>
            <a:r>
              <a:rPr lang="en-US" i="1" err="1"/>
              <a:t>visando</a:t>
            </a:r>
            <a:r>
              <a:rPr lang="en-US" i="1"/>
              <a:t> o </a:t>
            </a:r>
            <a:r>
              <a:rPr lang="en-US" i="1" err="1"/>
              <a:t>desenvolvimento</a:t>
            </a:r>
            <a:r>
              <a:rPr lang="en-US" i="1"/>
              <a:t> (</a:t>
            </a:r>
            <a:r>
              <a:rPr lang="en-US" i="1" err="1"/>
              <a:t>teórico</a:t>
            </a:r>
            <a:r>
              <a:rPr lang="en-US" i="1"/>
              <a:t> e/</a:t>
            </a:r>
            <a:r>
              <a:rPr lang="en-US" i="1" err="1"/>
              <a:t>ou</a:t>
            </a:r>
            <a:r>
              <a:rPr lang="en-US" i="1"/>
              <a:t> </a:t>
            </a:r>
            <a:r>
              <a:rPr lang="en-US" i="1" err="1"/>
              <a:t>prático</a:t>
            </a:r>
            <a:r>
              <a:rPr lang="en-US" i="1"/>
              <a:t>) do </a:t>
            </a:r>
            <a:r>
              <a:rPr lang="en-US" i="1" err="1"/>
              <a:t>tópico</a:t>
            </a:r>
            <a:r>
              <a:rPr lang="en-US" i="1"/>
              <a:t> </a:t>
            </a:r>
            <a:r>
              <a:rPr lang="en-US" i="1" err="1"/>
              <a:t>em</a:t>
            </a:r>
            <a:r>
              <a:rPr lang="en-US" i="1"/>
              <a:t> </a:t>
            </a:r>
            <a:r>
              <a:rPr lang="en-US" i="1" err="1"/>
              <a:t>questão</a:t>
            </a:r>
            <a:r>
              <a:rPr lang="en-US" i="1"/>
              <a:t>.</a:t>
            </a:r>
            <a:endParaRPr lang="en-US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2270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indent="0">
              <a:buClr>
                <a:schemeClr val="dk1"/>
              </a:buClr>
              <a:buNone/>
            </a:pPr>
            <a:r>
              <a:rPr lang="en-US" err="1"/>
              <a:t>Liste</a:t>
            </a:r>
            <a:r>
              <a:rPr lang="en-US"/>
              <a:t> </a:t>
            </a:r>
            <a:r>
              <a:rPr lang="en-US" err="1"/>
              <a:t>aqui</a:t>
            </a:r>
            <a:r>
              <a:rPr lang="en-US"/>
              <a:t> </a:t>
            </a:r>
            <a:r>
              <a:rPr lang="en-US" err="1"/>
              <a:t>os</a:t>
            </a:r>
            <a:r>
              <a:rPr lang="en-US"/>
              <a:t> </a:t>
            </a:r>
            <a:r>
              <a:rPr lang="en-US" err="1"/>
              <a:t>pré-requisitos</a:t>
            </a:r>
            <a:r>
              <a:rPr lang="en-US"/>
              <a:t> para o </a:t>
            </a:r>
            <a:r>
              <a:rPr lang="en-US" err="1"/>
              <a:t>tema</a:t>
            </a:r>
            <a:r>
              <a:rPr lang="en-US"/>
              <a:t>, </a:t>
            </a:r>
            <a:r>
              <a:rPr lang="en-US" err="1"/>
              <a:t>desde</a:t>
            </a:r>
            <a:r>
              <a:rPr lang="en-US"/>
              <a:t> </a:t>
            </a:r>
            <a:r>
              <a:rPr lang="en-US" err="1"/>
              <a:t>configurações</a:t>
            </a:r>
            <a:r>
              <a:rPr lang="en-US"/>
              <a:t> do </a:t>
            </a:r>
            <a:r>
              <a:rPr lang="en-US" err="1"/>
              <a:t>ambiente</a:t>
            </a:r>
            <a:r>
              <a:rPr lang="en-US"/>
              <a:t> </a:t>
            </a:r>
            <a:r>
              <a:rPr lang="en-US" err="1"/>
              <a:t>até</a:t>
            </a:r>
            <a:r>
              <a:rPr lang="en-US"/>
              <a:t> as </a:t>
            </a:r>
            <a:r>
              <a:rPr lang="en-US" err="1"/>
              <a:t>noções</a:t>
            </a:r>
            <a:r>
              <a:rPr lang="en-US"/>
              <a:t> </a:t>
            </a:r>
            <a:r>
              <a:rPr lang="en-US" err="1"/>
              <a:t>básicas</a:t>
            </a:r>
            <a:r>
              <a:rPr lang="en-US"/>
              <a:t> </a:t>
            </a:r>
            <a:r>
              <a:rPr lang="en-US" err="1"/>
              <a:t>necessárias</a:t>
            </a:r>
            <a:r>
              <a:rPr lang="en-US"/>
              <a:t> para </a:t>
            </a:r>
            <a:r>
              <a:rPr lang="en-US" err="1"/>
              <a:t>uma</a:t>
            </a:r>
            <a:r>
              <a:rPr lang="en-US"/>
              <a:t> </a:t>
            </a:r>
            <a:r>
              <a:rPr lang="en-US" err="1"/>
              <a:t>melhor</a:t>
            </a:r>
            <a:r>
              <a:rPr lang="en-US"/>
              <a:t> </a:t>
            </a:r>
            <a:r>
              <a:rPr lang="en-US" err="1"/>
              <a:t>assimilação</a:t>
            </a:r>
            <a:r>
              <a:rPr lang="en-US"/>
              <a:t> do </a:t>
            </a:r>
            <a:r>
              <a:rPr lang="en-US" err="1"/>
              <a:t>conteúdo</a:t>
            </a:r>
            <a:r>
              <a:rPr lang="en-US"/>
              <a:t>.</a:t>
            </a:r>
            <a:endParaRPr lang="pt-BR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None/>
            </a:pPr>
            <a:r>
              <a:rPr lang="pt-BR"/>
              <a:t>Sumarize aqui os conteúdos/assuntos que serão abordados durante o curso. Caso o seu curso tenha poucas </a:t>
            </a:r>
            <a:r>
              <a:rPr lang="pt-BR" err="1"/>
              <a:t>vídeoaulas</a:t>
            </a:r>
            <a:r>
              <a:rPr lang="pt-BR"/>
              <a:t>, no máximo 06, pode listá-las e então comente tecnicamente o conteúdo que será abordado. Caso o seu curso possua mais de 6 </a:t>
            </a:r>
            <a:r>
              <a:rPr lang="pt-BR" err="1"/>
              <a:t>vídeoaulas</a:t>
            </a:r>
            <a:r>
              <a:rPr lang="pt-BR"/>
              <a:t>, sugerimos agrupá-las em assuntos maiores para comentar especialmente neste slide. 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None/>
            </a:pPr>
            <a:r>
              <a:rPr lang="pt-BR"/>
              <a:t>Sumarize aqui os conteúdos/assuntos que serão abordados durante o curso. Caso o seu curso tenha poucas </a:t>
            </a:r>
            <a:r>
              <a:rPr lang="pt-BR" err="1"/>
              <a:t>vídeoaulas</a:t>
            </a:r>
            <a:r>
              <a:rPr lang="pt-BR"/>
              <a:t>, no máximo 06, pode listá-las e então comente tecnicamente o conteúdo que será abordado. Caso o seu curso possua mais de 6 </a:t>
            </a:r>
            <a:r>
              <a:rPr lang="pt-BR" err="1"/>
              <a:t>vídeoaulas</a:t>
            </a:r>
            <a:r>
              <a:rPr lang="pt-BR"/>
              <a:t>, sugerimos agrupá-las em assuntos maiores para comentar especialmente neste slide. 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141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59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93590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4267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2107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0532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7025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5311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9479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1079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3299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7910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2711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2782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42140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4274869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48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dio.me/articles&#8203;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lang="en-US"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1000"/>
              </a:spcBef>
              <a:buSzPts val="1600"/>
            </a:pPr>
            <a:r>
              <a:rPr lang="en-US" sz="220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Analista</a:t>
            </a:r>
            <a:r>
              <a:rPr lang="en-US" sz="220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2200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sistemas</a:t>
            </a:r>
          </a:p>
          <a:p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2400" b="1">
                <a:latin typeface="Calibri"/>
                <a:ea typeface="Calibri"/>
                <a:sym typeface="Calibri"/>
              </a:rPr>
              <a:t>https://linktr.ee/decarvalhogui</a:t>
            </a:r>
            <a:endParaRPr lang="en-US" sz="2400" b="1">
              <a:latin typeface="Calibri"/>
              <a:ea typeface="Calibri"/>
              <a:cs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543492" y="611749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  <a:buSzPts val="3200"/>
            </a:pPr>
            <a:r>
              <a:rPr lang="en-US" sz="4000" b="1">
                <a:solidFill>
                  <a:srgbClr val="EA4E60"/>
                </a:solidFill>
                <a:latin typeface="Century Gothic"/>
              </a:rPr>
              <a:t>APIs </a:t>
            </a:r>
            <a:r>
              <a:rPr lang="en-US" sz="4000" b="1" err="1">
                <a:solidFill>
                  <a:srgbClr val="EA4E60"/>
                </a:solidFill>
                <a:latin typeface="Century Gothic"/>
              </a:rPr>
              <a:t>Assíncronas</a:t>
            </a:r>
            <a:r>
              <a:rPr lang="en-US" sz="4000" b="1">
                <a:solidFill>
                  <a:srgbClr val="EA4E60"/>
                </a:solidFill>
                <a:latin typeface="Century Gothic"/>
              </a:rPr>
              <a:t> com </a:t>
            </a:r>
            <a:r>
              <a:rPr lang="en-US" sz="4000" b="1" err="1">
                <a:solidFill>
                  <a:srgbClr val="EA4E60"/>
                </a:solidFill>
                <a:latin typeface="Century Gothic"/>
              </a:rPr>
              <a:t>FastAPI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FA95A95-A1E7-0B2E-183F-D3C4DED9A4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C162A7A9-E5EB-660E-15AE-8FE1BA616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/>
          <p:nvPr/>
        </p:nvSpPr>
        <p:spPr>
          <a:xfrm>
            <a:off x="565525" y="1760678"/>
            <a:ext cx="7984551" cy="2694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lvl="1"/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Criar</a:t>
            </a:r>
            <a:r>
              <a:rPr lang="en-US" sz="2400">
                <a:solidFill>
                  <a:srgbClr val="040A24"/>
                </a:solidFill>
                <a:latin typeface="Calibri"/>
                <a:cs typeface="Calibri"/>
              </a:rPr>
              <a:t> APIs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modernas</a:t>
            </a:r>
            <a:r>
              <a:rPr lang="en-US" sz="2400">
                <a:solidFill>
                  <a:srgbClr val="040A24"/>
                </a:solidFill>
                <a:latin typeface="Calibri"/>
                <a:cs typeface="Calibri"/>
              </a:rPr>
              <a:t> 100%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assíncronas</a:t>
            </a:r>
            <a:r>
              <a:rPr lang="en-US" sz="2400">
                <a:solidFill>
                  <a:srgbClr val="040A24"/>
                </a:solidFill>
                <a:latin typeface="Calibri"/>
                <a:cs typeface="Calibri"/>
              </a:rPr>
              <a:t>,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utilizando</a:t>
            </a:r>
            <a:r>
              <a:rPr lang="en-US" sz="2400">
                <a:solidFill>
                  <a:srgbClr val="040A24"/>
                </a:solidFill>
                <a:latin typeface="Calibri"/>
                <a:cs typeface="Calibri"/>
              </a:rPr>
              <a:t> 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uma</a:t>
            </a:r>
            <a:r>
              <a:rPr lang="en-US" sz="2400">
                <a:solidFill>
                  <a:srgbClr val="040A24"/>
                </a:solidFill>
                <a:latin typeface="Calibri"/>
                <a:cs typeface="Calibri"/>
              </a:rPr>
              <a:t> das ferramentas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mais</a:t>
            </a:r>
            <a:r>
              <a:rPr lang="en-US" sz="2400">
                <a:solidFill>
                  <a:srgbClr val="040A24"/>
                </a:solidFill>
                <a:latin typeface="Calibri"/>
                <a:cs typeface="Calibri"/>
              </a:rPr>
              <a:t> 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modernas</a:t>
            </a:r>
            <a:r>
              <a:rPr lang="en-US" sz="2400">
                <a:solidFill>
                  <a:srgbClr val="040A24"/>
                </a:solidFill>
                <a:latin typeface="Calibri"/>
                <a:cs typeface="Calibri"/>
              </a:rPr>
              <a:t> do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ecossistema</a:t>
            </a:r>
            <a:r>
              <a:rPr lang="en-US" sz="2400">
                <a:solidFill>
                  <a:srgbClr val="040A24"/>
                </a:solidFill>
                <a:latin typeface="Calibri"/>
                <a:cs typeface="Calibri"/>
              </a:rPr>
              <a:t> Python.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Fornecendo</a:t>
            </a:r>
            <a:r>
              <a:rPr lang="en-US" sz="2400">
                <a:solidFill>
                  <a:srgbClr val="040A24"/>
                </a:solidFill>
                <a:latin typeface="Calibri"/>
                <a:cs typeface="Calibri"/>
              </a:rPr>
              <a:t> um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entendimento</a:t>
            </a:r>
            <a:r>
              <a:rPr lang="en-US" sz="24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completo</a:t>
            </a:r>
            <a:r>
              <a:rPr lang="en-US" sz="2400">
                <a:solidFill>
                  <a:srgbClr val="040A24"/>
                </a:solidFill>
                <a:latin typeface="Calibri"/>
                <a:cs typeface="Calibri"/>
              </a:rPr>
              <a:t> das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capacidades</a:t>
            </a:r>
            <a:r>
              <a:rPr lang="en-US" sz="2400">
                <a:solidFill>
                  <a:srgbClr val="040A24"/>
                </a:solidFill>
                <a:latin typeface="Calibri"/>
                <a:cs typeface="Calibri"/>
              </a:rPr>
              <a:t> do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FastAPI</a:t>
            </a:r>
            <a:r>
              <a:rPr lang="en-US" sz="2400">
                <a:solidFill>
                  <a:srgbClr val="040A24"/>
                </a:solidFill>
                <a:latin typeface="Calibri"/>
                <a:cs typeface="Calibri"/>
              </a:rPr>
              <a:t>,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desde</a:t>
            </a:r>
            <a:r>
              <a:rPr lang="en-US" sz="2400">
                <a:solidFill>
                  <a:srgbClr val="040A24"/>
                </a:solidFill>
                <a:latin typeface="Calibri"/>
                <a:cs typeface="Calibri"/>
              </a:rPr>
              <a:t> a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configuração</a:t>
            </a:r>
            <a:r>
              <a:rPr lang="en-US" sz="24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inicial</a:t>
            </a:r>
            <a:r>
              <a:rPr lang="en-US" sz="24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até</a:t>
            </a:r>
            <a:r>
              <a:rPr lang="en-US" sz="2400">
                <a:solidFill>
                  <a:srgbClr val="040A24"/>
                </a:solidFill>
                <a:latin typeface="Calibri"/>
                <a:cs typeface="Calibri"/>
              </a:rPr>
              <a:t> o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desenvolvimento</a:t>
            </a:r>
            <a:r>
              <a:rPr lang="en-US" sz="2400">
                <a:solidFill>
                  <a:srgbClr val="040A24"/>
                </a:solidFill>
                <a:latin typeface="Calibri"/>
                <a:cs typeface="Calibri"/>
              </a:rPr>
              <a:t> 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completo</a:t>
            </a:r>
            <a:r>
              <a:rPr lang="en-US" sz="2400">
                <a:solidFill>
                  <a:srgbClr val="040A24"/>
                </a:solidFill>
                <a:latin typeface="Calibri"/>
                <a:cs typeface="Calibri"/>
              </a:rPr>
              <a:t> de </a:t>
            </a:r>
            <a:r>
              <a:rPr lang="en-US" sz="2400" err="1">
                <a:solidFill>
                  <a:srgbClr val="040A24"/>
                </a:solidFill>
                <a:latin typeface="Calibri"/>
                <a:cs typeface="Calibri"/>
              </a:rPr>
              <a:t>uma</a:t>
            </a:r>
            <a:r>
              <a:rPr lang="en-US" sz="2400">
                <a:solidFill>
                  <a:srgbClr val="040A24"/>
                </a:solidFill>
                <a:latin typeface="Calibri"/>
                <a:cs typeface="Calibri"/>
              </a:rPr>
              <a:t> API REST.</a:t>
            </a:r>
          </a:p>
        </p:txBody>
      </p:sp>
      <p:sp>
        <p:nvSpPr>
          <p:cNvPr id="169" name="Google Shape;169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D441B70-C259-32CC-1493-7549E4EAC3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2ED88311-ADE9-EB5E-4FEF-A32E91065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204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16295da5bc_0_62"/>
          <p:cNvSpPr txBox="1"/>
          <p:nvPr/>
        </p:nvSpPr>
        <p:spPr>
          <a:xfrm>
            <a:off x="565525" y="1599663"/>
            <a:ext cx="7995334" cy="2965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19100" indent="-342900">
              <a:lnSpc>
                <a:spcPct val="150000"/>
              </a:lnSpc>
              <a:buClr>
                <a:srgbClr val="040A24"/>
              </a:buClr>
              <a:buSzPts val="2400"/>
              <a:buFont typeface="Wingdings"/>
              <a:buChar char="ü"/>
            </a:pPr>
            <a:r>
              <a:rPr lang="en-US" sz="2800" err="1">
                <a:solidFill>
                  <a:srgbClr val="040A24"/>
                </a:solidFill>
                <a:latin typeface="Calibri"/>
                <a:cs typeface="Calibri"/>
              </a:rPr>
              <a:t>Conhecimento</a:t>
            </a:r>
            <a:r>
              <a:rPr lang="en-US" sz="2800">
                <a:solidFill>
                  <a:srgbClr val="040A24"/>
                </a:solidFill>
                <a:latin typeface="Calibri"/>
                <a:cs typeface="Calibri"/>
              </a:rPr>
              <a:t> da </a:t>
            </a:r>
            <a:r>
              <a:rPr lang="en-US" sz="2800" err="1">
                <a:solidFill>
                  <a:srgbClr val="040A24"/>
                </a:solidFill>
                <a:latin typeface="Calibri"/>
                <a:cs typeface="Calibri"/>
              </a:rPr>
              <a:t>linguagem</a:t>
            </a:r>
            <a:r>
              <a:rPr lang="en-US" sz="2800">
                <a:solidFill>
                  <a:srgbClr val="040A24"/>
                </a:solidFill>
                <a:latin typeface="Calibri"/>
                <a:cs typeface="Calibri"/>
              </a:rPr>
              <a:t> Python</a:t>
            </a:r>
          </a:p>
          <a:p>
            <a:pPr marL="419100" indent="-342900">
              <a:lnSpc>
                <a:spcPct val="150000"/>
              </a:lnSpc>
              <a:buClr>
                <a:srgbClr val="040A24"/>
              </a:buClr>
              <a:buSzPts val="2400"/>
              <a:buFont typeface="Wingdings"/>
              <a:buChar char="ü"/>
            </a:pPr>
            <a:r>
              <a:rPr lang="en-US" sz="2800" err="1">
                <a:solidFill>
                  <a:srgbClr val="040A24"/>
                </a:solidFill>
                <a:latin typeface="Calibri"/>
                <a:cs typeface="Calibri"/>
              </a:rPr>
              <a:t>Conhecimento</a:t>
            </a:r>
            <a:r>
              <a:rPr lang="en-US" sz="2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800" err="1">
                <a:solidFill>
                  <a:srgbClr val="040A24"/>
                </a:solidFill>
                <a:latin typeface="Calibri"/>
                <a:cs typeface="Calibri"/>
              </a:rPr>
              <a:t>em</a:t>
            </a:r>
            <a:r>
              <a:rPr lang="en-US" sz="2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800" err="1">
                <a:solidFill>
                  <a:srgbClr val="040A24"/>
                </a:solidFill>
                <a:latin typeface="Calibri"/>
                <a:cs typeface="Calibri"/>
              </a:rPr>
              <a:t>gerenciadores</a:t>
            </a:r>
            <a:r>
              <a:rPr lang="en-US" sz="2800">
                <a:solidFill>
                  <a:srgbClr val="040A24"/>
                </a:solidFill>
                <a:latin typeface="Calibri"/>
                <a:cs typeface="Calibri"/>
              </a:rPr>
              <a:t> de </a:t>
            </a:r>
            <a:r>
              <a:rPr lang="en-US" sz="2800" err="1">
                <a:solidFill>
                  <a:srgbClr val="040A24"/>
                </a:solidFill>
                <a:latin typeface="Calibri"/>
                <a:cs typeface="Calibri"/>
              </a:rPr>
              <a:t>pacotes</a:t>
            </a:r>
            <a:r>
              <a:rPr lang="en-US" sz="2800">
                <a:solidFill>
                  <a:srgbClr val="040A24"/>
                </a:solidFill>
                <a:latin typeface="Calibri"/>
                <a:cs typeface="Calibri"/>
              </a:rPr>
              <a:t> (poetry)</a:t>
            </a:r>
          </a:p>
          <a:p>
            <a:pPr marL="419100" indent="-342900">
              <a:lnSpc>
                <a:spcPct val="150000"/>
              </a:lnSpc>
              <a:buClr>
                <a:srgbClr val="040A24"/>
              </a:buClr>
              <a:buSzPts val="2400"/>
              <a:buFont typeface="Wingdings"/>
              <a:buChar char="ü"/>
            </a:pPr>
            <a:r>
              <a:rPr lang="en-US" sz="2800" err="1">
                <a:solidFill>
                  <a:srgbClr val="040A24"/>
                </a:solidFill>
                <a:latin typeface="Calibri"/>
                <a:cs typeface="Calibri"/>
              </a:rPr>
              <a:t>Conhecimento</a:t>
            </a:r>
            <a:r>
              <a:rPr lang="en-US" sz="2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800" err="1">
                <a:solidFill>
                  <a:srgbClr val="040A24"/>
                </a:solidFill>
                <a:latin typeface="Calibri"/>
                <a:cs typeface="Calibri"/>
              </a:rPr>
              <a:t>básico</a:t>
            </a:r>
            <a:r>
              <a:rPr lang="en-US" sz="2800">
                <a:solidFill>
                  <a:srgbClr val="040A24"/>
                </a:solidFill>
                <a:latin typeface="Calibri"/>
                <a:cs typeface="Calibri"/>
              </a:rPr>
              <a:t> de </a:t>
            </a:r>
            <a:r>
              <a:rPr lang="en-US" sz="2800" err="1">
                <a:solidFill>
                  <a:srgbClr val="040A24"/>
                </a:solidFill>
                <a:latin typeface="Calibri"/>
                <a:cs typeface="Calibri"/>
              </a:rPr>
              <a:t>desenvolvimento</a:t>
            </a:r>
            <a:r>
              <a:rPr lang="en-US" sz="2800">
                <a:solidFill>
                  <a:srgbClr val="040A24"/>
                </a:solidFill>
                <a:latin typeface="Calibri"/>
                <a:cs typeface="Calibri"/>
              </a:rPr>
              <a:t> web</a:t>
            </a:r>
          </a:p>
          <a:p>
            <a:pPr marL="419100" indent="-342900">
              <a:buClr>
                <a:srgbClr val="040A24"/>
              </a:buClr>
              <a:buSzPts val="2400"/>
              <a:buFont typeface="Wingdings"/>
              <a:buChar char="ü"/>
            </a:pPr>
            <a:endParaRPr lang="en-US" sz="240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6" name="Google Shape;176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7B7BB7D6-497D-5E00-850D-A213CF0D14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F4D555A0-887D-C200-6E6E-EBF99EEE2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Conteúdo</a:t>
            </a: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</a:t>
            </a:r>
            <a:endParaRPr sz="4000" b="0" i="0" u="none" strike="noStrike" cap="none" err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569818" y="1477555"/>
            <a:ext cx="7867233" cy="3297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50000"/>
              </a:lnSpc>
              <a:buSzPts val="2400"/>
              <a:buFont typeface="Wingdings"/>
              <a:buChar char="q"/>
            </a:pPr>
            <a:r>
              <a:rPr lang="en-US" sz="2400" b="1" err="1">
                <a:solidFill>
                  <a:srgbClr val="040A24"/>
                </a:solidFill>
                <a:latin typeface="Calibri"/>
                <a:cs typeface="Calibri"/>
              </a:rPr>
              <a:t>Introdução</a:t>
            </a:r>
            <a:r>
              <a:rPr lang="en-US" sz="2400" b="1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b="1" err="1">
                <a:solidFill>
                  <a:srgbClr val="040A24"/>
                </a:solidFill>
                <a:latin typeface="Calibri"/>
                <a:cs typeface="Calibri"/>
              </a:rPr>
              <a:t>ao</a:t>
            </a:r>
            <a:r>
              <a:rPr lang="en-US" sz="2400" b="1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2400" b="1" err="1">
                <a:solidFill>
                  <a:srgbClr val="040A24"/>
                </a:solidFill>
                <a:latin typeface="Calibri"/>
                <a:cs typeface="Calibri"/>
              </a:rPr>
              <a:t>FastAPI</a:t>
            </a:r>
            <a:r>
              <a:rPr lang="en-US" sz="2400" b="1">
                <a:solidFill>
                  <a:srgbClr val="040A24"/>
                </a:solidFill>
                <a:latin typeface="Calibri"/>
                <a:cs typeface="Calibri"/>
              </a:rPr>
              <a:t> para APIs RESTful </a:t>
            </a:r>
            <a:r>
              <a:rPr lang="en-US" sz="2400" b="1" err="1">
                <a:solidFill>
                  <a:srgbClr val="040A24"/>
                </a:solidFill>
                <a:latin typeface="Calibri"/>
                <a:cs typeface="Calibri"/>
              </a:rPr>
              <a:t>assíncronas</a:t>
            </a:r>
            <a:endParaRPr lang="en-US" sz="2400" b="1" err="1">
              <a:solidFill>
                <a:srgbClr val="040A24"/>
              </a:solidFill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SzPts val="2400"/>
              <a:buFont typeface="Wingdings"/>
              <a:buChar char="q"/>
            </a:pPr>
            <a:r>
              <a:rPr lang="en-US" sz="2400" b="1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Primeiros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passos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com </a:t>
            </a:r>
            <a:r>
              <a:rPr lang="en-US" sz="2400" b="1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FastAPI</a:t>
            </a:r>
          </a:p>
          <a:p>
            <a:pPr marL="342900" indent="-342900">
              <a:lnSpc>
                <a:spcPct val="150000"/>
              </a:lnSpc>
              <a:buSzPts val="2400"/>
              <a:buFont typeface="Wingdings"/>
              <a:buChar char="q"/>
            </a:pPr>
            <a:r>
              <a:rPr lang="en-US" sz="2400" b="1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Manipulação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de dados com </a:t>
            </a:r>
            <a:r>
              <a:rPr lang="en-US" sz="2400" b="1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FastAPI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400" b="1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assíncrono</a:t>
            </a:r>
          </a:p>
          <a:p>
            <a:pPr marL="342900" indent="-342900">
              <a:lnSpc>
                <a:spcPct val="150000"/>
              </a:lnSpc>
              <a:buSzPts val="2400"/>
              <a:buFont typeface="Wingdings"/>
              <a:buChar char="q"/>
            </a:pPr>
            <a:r>
              <a:rPr lang="en-US" sz="2400" b="1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Autenticação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2400" b="1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Autorização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err="1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FastAPI</a:t>
            </a:r>
          </a:p>
          <a:p>
            <a:pPr marL="342900" indent="-342900">
              <a:lnSpc>
                <a:spcPct val="150000"/>
              </a:lnSpc>
              <a:buSzPts val="2400"/>
              <a:buFont typeface="Wingdings"/>
              <a:buChar char="q"/>
            </a:pPr>
            <a:r>
              <a:rPr lang="en-US" sz="2400" b="1" err="1">
                <a:solidFill>
                  <a:srgbClr val="040A24"/>
                </a:solidFill>
                <a:latin typeface="Calibri"/>
                <a:ea typeface="Calibri"/>
              </a:rPr>
              <a:t>Testando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</a:rPr>
              <a:t> APIs RESTful </a:t>
            </a:r>
            <a:r>
              <a:rPr lang="en-US" sz="2400" b="1" err="1">
                <a:solidFill>
                  <a:srgbClr val="040A24"/>
                </a:solidFill>
                <a:latin typeface="Calibri"/>
                <a:ea typeface="Calibri"/>
              </a:rPr>
              <a:t>assíncronas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</a:rPr>
              <a:t> </a:t>
            </a:r>
            <a:r>
              <a:rPr lang="en-US" sz="2400" b="1" err="1">
                <a:solidFill>
                  <a:srgbClr val="040A24"/>
                </a:solidFill>
                <a:latin typeface="Calibri"/>
                <a:ea typeface="Calibri"/>
              </a:rPr>
              <a:t>em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</a:rPr>
              <a:t> </a:t>
            </a:r>
            <a:r>
              <a:rPr lang="en-US" sz="2400" b="1" err="1">
                <a:solidFill>
                  <a:srgbClr val="040A24"/>
                </a:solidFill>
                <a:latin typeface="Calibri"/>
                <a:ea typeface="Calibri"/>
              </a:rPr>
              <a:t>FastAPI</a:t>
            </a:r>
            <a:endParaRPr lang="en-US" sz="2400" b="1" err="1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SzPts val="2400"/>
              <a:buFont typeface="Wingdings"/>
              <a:buChar char="q"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</a:rPr>
              <a:t>Deploy de </a:t>
            </a:r>
            <a:r>
              <a:rPr lang="en-US" sz="2400" b="1" err="1">
                <a:solidFill>
                  <a:srgbClr val="040A24"/>
                </a:solidFill>
                <a:latin typeface="Calibri"/>
                <a:ea typeface="Calibri"/>
              </a:rPr>
              <a:t>uma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</a:rPr>
              <a:t> API </a:t>
            </a:r>
            <a:r>
              <a:rPr lang="en-US" sz="2400" b="1" err="1">
                <a:solidFill>
                  <a:srgbClr val="040A24"/>
                </a:solidFill>
                <a:latin typeface="Calibri"/>
                <a:ea typeface="Calibri"/>
              </a:rPr>
              <a:t>FastAPI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</a:rPr>
              <a:t> </a:t>
            </a:r>
            <a:r>
              <a:rPr lang="en-US" sz="2400" b="1" err="1">
                <a:solidFill>
                  <a:srgbClr val="040A24"/>
                </a:solidFill>
                <a:latin typeface="Calibri"/>
                <a:ea typeface="Calibri"/>
              </a:rPr>
              <a:t>assíncrona</a:t>
            </a:r>
          </a:p>
          <a:p>
            <a:pPr marL="342900" indent="-342900">
              <a:lnSpc>
                <a:spcPct val="150000"/>
              </a:lnSpc>
              <a:buSzPts val="2400"/>
              <a:buFont typeface="Wingdings"/>
              <a:buChar char="q"/>
            </a:pPr>
            <a:endParaRPr lang="en-US" sz="2400" b="1">
              <a:solidFill>
                <a:srgbClr val="040A24"/>
              </a:solidFill>
              <a:ea typeface="Calibri"/>
            </a:endParaRPr>
          </a:p>
          <a:p>
            <a:pPr marL="342900" indent="-342900">
              <a:lnSpc>
                <a:spcPct val="150000"/>
              </a:lnSpc>
              <a:buSzPts val="2400"/>
              <a:buFont typeface="Wingdings"/>
              <a:buChar char="q"/>
            </a:pPr>
            <a:endParaRPr lang="en-US" sz="2400" b="1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SzPts val="2400"/>
            </a:pPr>
            <a:endParaRPr lang="en-US" sz="2400" b="1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7C3E85DE-0BCB-22EC-1F64-128594C01B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4221B42D-E222-7C8B-5B47-1ED2F6169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Conteúdo</a:t>
            </a: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</a:t>
            </a:r>
            <a:endParaRPr sz="4000" b="0" i="0" u="none" strike="noStrike" cap="none" err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569818" y="1477555"/>
            <a:ext cx="7867233" cy="3297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50000"/>
              </a:lnSpc>
              <a:buSzPts val="2400"/>
              <a:buFont typeface="Wingdings"/>
              <a:buChar char="q"/>
            </a:pPr>
            <a:r>
              <a:rPr lang="en-US" sz="2400" b="1">
                <a:solidFill>
                  <a:srgbClr val="040A24"/>
                </a:solidFill>
                <a:latin typeface="Calibri"/>
                <a:cs typeface="Calibri"/>
              </a:rPr>
              <a:t>Boas</a:t>
            </a:r>
            <a:r>
              <a:rPr lang="en-US" sz="2400" b="1">
                <a:solidFill>
                  <a:srgbClr val="040A24"/>
                </a:solidFill>
                <a:ea typeface="Calibri"/>
                <a:cs typeface="Calibri"/>
              </a:rPr>
              <a:t> </a:t>
            </a:r>
            <a:r>
              <a:rPr lang="en-US" sz="2400" b="1" err="1">
                <a:solidFill>
                  <a:srgbClr val="040A24"/>
                </a:solidFill>
                <a:ea typeface="Calibri"/>
                <a:cs typeface="Calibri"/>
              </a:rPr>
              <a:t>práticas</a:t>
            </a:r>
            <a:r>
              <a:rPr lang="en-US" sz="2400" b="1">
                <a:solidFill>
                  <a:srgbClr val="040A24"/>
                </a:solidFill>
                <a:ea typeface="Calibri"/>
                <a:cs typeface="Calibri"/>
              </a:rPr>
              <a:t> para APIs RESTful </a:t>
            </a:r>
            <a:r>
              <a:rPr lang="en-US" sz="2400" b="1" err="1">
                <a:solidFill>
                  <a:srgbClr val="040A24"/>
                </a:solidFill>
                <a:ea typeface="Calibri"/>
                <a:cs typeface="Calibri"/>
              </a:rPr>
              <a:t>Assíncronas</a:t>
            </a:r>
            <a:endParaRPr lang="en-US" sz="2400" b="1" err="1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SzPts val="2400"/>
              <a:buFont typeface="Wingdings"/>
              <a:buChar char="q"/>
            </a:pPr>
            <a:r>
              <a:rPr lang="en-US" sz="2400" b="1" err="1">
                <a:solidFill>
                  <a:srgbClr val="040A24"/>
                </a:solidFill>
                <a:ea typeface="Calibri"/>
                <a:cs typeface="Calibri"/>
              </a:rPr>
              <a:t>Desafio</a:t>
            </a:r>
            <a:r>
              <a:rPr lang="en-US" sz="2400" b="1">
                <a:solidFill>
                  <a:srgbClr val="040A24"/>
                </a:solidFill>
                <a:ea typeface="Calibri"/>
                <a:cs typeface="Calibri"/>
              </a:rPr>
              <a:t> de </a:t>
            </a:r>
            <a:r>
              <a:rPr lang="en-US" sz="2400" b="1" err="1">
                <a:solidFill>
                  <a:srgbClr val="040A24"/>
                </a:solidFill>
                <a:ea typeface="Calibri"/>
                <a:cs typeface="Calibri"/>
              </a:rPr>
              <a:t>projeto</a:t>
            </a:r>
          </a:p>
          <a:p>
            <a:pPr marL="342900" indent="-342900">
              <a:lnSpc>
                <a:spcPct val="150000"/>
              </a:lnSpc>
              <a:buSzPts val="2400"/>
              <a:buFont typeface="Wingdings"/>
              <a:buChar char="q"/>
            </a:pPr>
            <a:endParaRPr lang="en-US" sz="2400" b="1">
              <a:solidFill>
                <a:srgbClr val="040A24"/>
              </a:solidFill>
              <a:ea typeface="Calibri"/>
            </a:endParaRPr>
          </a:p>
          <a:p>
            <a:pPr marL="342900" indent="-342900">
              <a:lnSpc>
                <a:spcPct val="150000"/>
              </a:lnSpc>
              <a:buSzPts val="2400"/>
              <a:buFont typeface="Wingdings"/>
              <a:buChar char="q"/>
            </a:pPr>
            <a:endParaRPr lang="en-US" sz="2400" b="1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SzPts val="2400"/>
            </a:pPr>
            <a:endParaRPr lang="en-US" sz="2400" b="1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7C3E85DE-0BCB-22EC-1F64-128594C01B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4221B42D-E222-7C8B-5B47-1ED2F6169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418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2400"/>
            </a:pPr>
            <a:r>
              <a:rPr lang="en-US" sz="2400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APIs </a:t>
            </a:r>
            <a:r>
              <a:rPr lang="en-US" sz="2400" err="1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assíncronas</a:t>
            </a:r>
            <a:r>
              <a:rPr lang="en-US" sz="2400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 com </a:t>
            </a:r>
            <a:r>
              <a:rPr lang="en-US" sz="2400" err="1">
                <a:solidFill>
                  <a:srgbClr val="A5A5A5"/>
                </a:solidFill>
                <a:latin typeface="Calibri"/>
                <a:ea typeface="Calibri"/>
                <a:cs typeface="Calibri"/>
              </a:rPr>
              <a:t>FastAPI</a:t>
            </a: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Introdução</a:t>
            </a: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lang="en-US" sz="4000" b="1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ao</a:t>
            </a: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lang="en-US" sz="4000" b="1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FastAPI</a:t>
            </a:r>
            <a:endParaRPr lang="en-US" sz="4000" b="1" i="0" u="none" strike="noStrike" cap="none" err="1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EE3FB77-839E-056B-FC30-2E415E9A8C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BAF0591-1462-A6D4-8024-4715833FA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292" y="161566"/>
            <a:ext cx="651673" cy="2714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14999"/>
              </a:lnSpc>
              <a:spcBef>
                <a:spcPts val="1000"/>
              </a:spcBef>
            </a:pP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FastAPI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é um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moderno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framework web para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construção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de APIs com Python,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baseado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em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padrões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como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OpenAPI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(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anteriormente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conhecido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como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Swagger) e JSON Schema.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Foi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criado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por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Sebastián Ramírez e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lançado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em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dezembro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de 2018,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visando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proporcionar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uma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ferramenta que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permitia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desenvolvimento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rápido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,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fácil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de usar e que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ofereça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alto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desempenho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.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Utiliza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a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tipagem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estática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para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validar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dados e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gerar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documentação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automática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.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Desde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o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seu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lançamento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,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ganhou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popularidade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por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sua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simplicidade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e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eficiência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,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transformando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-se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em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uma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escolha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favorita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entre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desenvolvedores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História</a:t>
            </a: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 e </a:t>
            </a:r>
            <a:r>
              <a:rPr lang="en-US" sz="4000" b="1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propósito</a:t>
            </a: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 do </a:t>
            </a:r>
            <a:r>
              <a:rPr lang="en-US" sz="4000" b="1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FastAPI</a:t>
            </a:r>
            <a:endParaRPr lang="en-US" sz="4000" b="1" i="0" u="none" strike="noStrike" cap="none" err="1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 algn="just">
              <a:lnSpc>
                <a:spcPct val="114999"/>
              </a:lnSpc>
              <a:spcBef>
                <a:spcPts val="1000"/>
              </a:spcBef>
              <a:buChar char="•"/>
            </a:pPr>
            <a:r>
              <a:rPr lang="en-US" sz="1800" b="1">
                <a:solidFill>
                  <a:srgbClr val="040A24"/>
                </a:solidFill>
                <a:latin typeface="Calibri"/>
                <a:cs typeface="Calibri"/>
              </a:rPr>
              <a:t>Alto </a:t>
            </a:r>
            <a:r>
              <a:rPr lang="en-US" sz="1800" b="1" err="1">
                <a:solidFill>
                  <a:srgbClr val="040A24"/>
                </a:solidFill>
                <a:latin typeface="Calibri"/>
                <a:cs typeface="Calibri"/>
              </a:rPr>
              <a:t>desempenho</a:t>
            </a:r>
            <a:r>
              <a:rPr lang="en-US" sz="1800" b="1">
                <a:solidFill>
                  <a:srgbClr val="040A24"/>
                </a:solidFill>
                <a:latin typeface="Calibri"/>
                <a:cs typeface="Calibri"/>
              </a:rPr>
              <a:t>: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Comparável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ao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NodeJS e superior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ao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Flask.</a:t>
            </a:r>
          </a:p>
          <a:p>
            <a:pPr marL="285750" indent="-285750" algn="just">
              <a:lnSpc>
                <a:spcPct val="114999"/>
              </a:lnSpc>
              <a:spcBef>
                <a:spcPts val="1000"/>
              </a:spcBef>
              <a:buChar char="•"/>
            </a:pPr>
            <a:r>
              <a:rPr lang="en-US" sz="1800" b="1" err="1">
                <a:solidFill>
                  <a:srgbClr val="040A24"/>
                </a:solidFill>
                <a:latin typeface="Calibri"/>
                <a:cs typeface="Calibri"/>
              </a:rPr>
              <a:t>Geração</a:t>
            </a:r>
            <a:r>
              <a:rPr lang="en-US" sz="1800" b="1">
                <a:solidFill>
                  <a:srgbClr val="040A24"/>
                </a:solidFill>
                <a:latin typeface="Calibri"/>
                <a:cs typeface="Calibri"/>
              </a:rPr>
              <a:t> de </a:t>
            </a:r>
            <a:r>
              <a:rPr lang="en-US" sz="1800" b="1" err="1">
                <a:solidFill>
                  <a:srgbClr val="040A24"/>
                </a:solidFill>
                <a:latin typeface="Calibri"/>
                <a:cs typeface="Calibri"/>
              </a:rPr>
              <a:t>documentação</a:t>
            </a:r>
            <a:r>
              <a:rPr lang="en-US" sz="1800" b="1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b="1" err="1">
                <a:solidFill>
                  <a:srgbClr val="040A24"/>
                </a:solidFill>
                <a:latin typeface="Calibri"/>
                <a:cs typeface="Calibri"/>
              </a:rPr>
              <a:t>automática</a:t>
            </a:r>
            <a:r>
              <a:rPr lang="en-US" sz="1800" b="1">
                <a:solidFill>
                  <a:srgbClr val="040A24"/>
                </a:solidFill>
                <a:latin typeface="Calibri"/>
                <a:cs typeface="Calibri"/>
              </a:rPr>
              <a:t>: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Suporta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OpenAPI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para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documentação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.</a:t>
            </a:r>
          </a:p>
          <a:p>
            <a:pPr marL="285750" indent="-285750" algn="just">
              <a:lnSpc>
                <a:spcPct val="114999"/>
              </a:lnSpc>
              <a:spcBef>
                <a:spcPts val="1000"/>
              </a:spcBef>
              <a:buChar char="•"/>
            </a:pPr>
            <a:r>
              <a:rPr lang="en-US" sz="1800" b="1" err="1">
                <a:solidFill>
                  <a:srgbClr val="040A24"/>
                </a:solidFill>
                <a:latin typeface="Calibri"/>
                <a:cs typeface="Calibri"/>
              </a:rPr>
              <a:t>Validação</a:t>
            </a:r>
            <a:r>
              <a:rPr lang="en-US" sz="1800" b="1">
                <a:solidFill>
                  <a:srgbClr val="040A24"/>
                </a:solidFill>
                <a:latin typeface="Calibri"/>
                <a:cs typeface="Calibri"/>
              </a:rPr>
              <a:t> de dados e </a:t>
            </a:r>
            <a:r>
              <a:rPr lang="en-US" sz="1800" b="1" err="1">
                <a:solidFill>
                  <a:srgbClr val="040A24"/>
                </a:solidFill>
                <a:latin typeface="Calibri"/>
                <a:cs typeface="Calibri"/>
              </a:rPr>
              <a:t>serialização</a:t>
            </a:r>
            <a:r>
              <a:rPr lang="en-US" sz="1800" b="1">
                <a:solidFill>
                  <a:srgbClr val="040A24"/>
                </a:solidFill>
                <a:latin typeface="Calibri"/>
                <a:cs typeface="Calibri"/>
              </a:rPr>
              <a:t>: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Usa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Pydantic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para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validação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de dados e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serialização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automática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.</a:t>
            </a:r>
          </a:p>
          <a:p>
            <a:pPr marL="285750" indent="-285750" algn="just">
              <a:lnSpc>
                <a:spcPct val="114999"/>
              </a:lnSpc>
              <a:spcBef>
                <a:spcPts val="1000"/>
              </a:spcBef>
              <a:buChar char="•"/>
            </a:pPr>
            <a:r>
              <a:rPr lang="en-US" sz="1800" b="1" err="1">
                <a:solidFill>
                  <a:srgbClr val="040A24"/>
                </a:solidFill>
                <a:latin typeface="Calibri"/>
                <a:cs typeface="Calibri"/>
              </a:rPr>
              <a:t>Facilidade</a:t>
            </a:r>
            <a:r>
              <a:rPr lang="en-US" sz="1800" b="1">
                <a:solidFill>
                  <a:srgbClr val="040A24"/>
                </a:solidFill>
                <a:latin typeface="Calibri"/>
                <a:cs typeface="Calibri"/>
              </a:rPr>
              <a:t> de </a:t>
            </a:r>
            <a:r>
              <a:rPr lang="en-US" sz="1800" b="1" err="1">
                <a:solidFill>
                  <a:srgbClr val="040A24"/>
                </a:solidFill>
                <a:latin typeface="Calibri"/>
                <a:cs typeface="Calibri"/>
              </a:rPr>
              <a:t>uso</a:t>
            </a:r>
            <a:r>
              <a:rPr lang="en-US" sz="1800" b="1">
                <a:solidFill>
                  <a:srgbClr val="040A24"/>
                </a:solidFill>
                <a:latin typeface="Calibri"/>
                <a:cs typeface="Calibri"/>
              </a:rPr>
              <a:t>: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Aprender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e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começar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a usar o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FastAPI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é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geralmente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considerado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simples.</a:t>
            </a:r>
          </a:p>
          <a:p>
            <a:pPr marL="285750" indent="-285750" algn="just">
              <a:lnSpc>
                <a:spcPct val="114999"/>
              </a:lnSpc>
              <a:spcBef>
                <a:spcPts val="1000"/>
              </a:spcBef>
              <a:buChar char="•"/>
            </a:pPr>
            <a:r>
              <a:rPr lang="en-US" sz="1800" b="1" err="1">
                <a:solidFill>
                  <a:srgbClr val="040A24"/>
                </a:solidFill>
                <a:latin typeface="Calibri"/>
                <a:cs typeface="Calibri"/>
              </a:rPr>
              <a:t>Suporte</a:t>
            </a:r>
            <a:r>
              <a:rPr lang="en-US" sz="1800" b="1">
                <a:solidFill>
                  <a:srgbClr val="040A24"/>
                </a:solidFill>
                <a:latin typeface="Calibri"/>
                <a:cs typeface="Calibri"/>
              </a:rPr>
              <a:t> a async/await: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Suporte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nativo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para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operações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assíncronas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, o que é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ótimo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para lidar com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operações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de IO.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Pontos </a:t>
            </a:r>
            <a:r>
              <a:rPr lang="en-US" sz="4000" b="1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positivos</a:t>
            </a: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 do </a:t>
            </a:r>
            <a:r>
              <a:rPr lang="en-US" sz="4000" b="1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FastAPI</a:t>
            </a:r>
            <a:endParaRPr lang="en-US" sz="4000" b="1" i="0" u="none" strike="noStrike" cap="none" err="1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516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 algn="just">
              <a:lnSpc>
                <a:spcPct val="114999"/>
              </a:lnSpc>
              <a:spcBef>
                <a:spcPts val="1000"/>
              </a:spcBef>
              <a:buChar char="•"/>
            </a:pPr>
            <a:r>
              <a:rPr lang="en-US" sz="1800" b="1" err="1">
                <a:solidFill>
                  <a:srgbClr val="040A24"/>
                </a:solidFill>
                <a:latin typeface="Calibri"/>
                <a:cs typeface="Calibri"/>
              </a:rPr>
              <a:t>Comunidade</a:t>
            </a:r>
            <a:r>
              <a:rPr lang="en-US" sz="1800" b="1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b="1" err="1">
                <a:solidFill>
                  <a:srgbClr val="040A24"/>
                </a:solidFill>
                <a:latin typeface="Calibri"/>
                <a:cs typeface="Calibri"/>
              </a:rPr>
              <a:t>menor</a:t>
            </a:r>
            <a:r>
              <a:rPr lang="en-US" sz="1800" b="1">
                <a:solidFill>
                  <a:srgbClr val="040A24"/>
                </a:solidFill>
                <a:latin typeface="Calibri"/>
                <a:cs typeface="Calibri"/>
              </a:rPr>
              <a:t>: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Embora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esteja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crescendo,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sua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comunidade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ainda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é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menor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em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comparação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com frameworks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estabelecidos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como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Django.</a:t>
            </a:r>
          </a:p>
          <a:p>
            <a:pPr marL="285750" indent="-285750" algn="just">
              <a:lnSpc>
                <a:spcPct val="114999"/>
              </a:lnSpc>
              <a:spcBef>
                <a:spcPts val="1000"/>
              </a:spcBef>
              <a:buChar char="•"/>
            </a:pPr>
            <a:r>
              <a:rPr lang="en-US" sz="1800" b="1" err="1">
                <a:solidFill>
                  <a:srgbClr val="040A24"/>
                </a:solidFill>
                <a:latin typeface="Calibri"/>
                <a:cs typeface="Calibri"/>
              </a:rPr>
              <a:t>Maturidade</a:t>
            </a:r>
            <a:r>
              <a:rPr lang="en-US" sz="1800" b="1">
                <a:solidFill>
                  <a:srgbClr val="040A24"/>
                </a:solidFill>
                <a:latin typeface="Calibri"/>
                <a:cs typeface="Calibri"/>
              </a:rPr>
              <a:t>: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 Por ser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relativamente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novo,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pode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faltar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alguma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maturidade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e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ter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menos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plugins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quando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comparado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a outros frameworks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mais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antigos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.</a:t>
            </a:r>
          </a:p>
          <a:p>
            <a:pPr marL="285750" indent="-285750" algn="just">
              <a:lnSpc>
                <a:spcPct val="114999"/>
              </a:lnSpc>
              <a:spcBef>
                <a:spcPts val="1000"/>
              </a:spcBef>
              <a:buChar char="•"/>
            </a:pPr>
            <a:r>
              <a:rPr lang="en-US" sz="1800" b="1" err="1">
                <a:solidFill>
                  <a:srgbClr val="040A24"/>
                </a:solidFill>
                <a:latin typeface="Calibri"/>
                <a:cs typeface="Calibri"/>
              </a:rPr>
              <a:t>Complexidade</a:t>
            </a:r>
            <a:r>
              <a:rPr lang="en-US" sz="1800" b="1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b="1" err="1">
                <a:solidFill>
                  <a:srgbClr val="040A24"/>
                </a:solidFill>
                <a:latin typeface="Calibri"/>
                <a:cs typeface="Calibri"/>
              </a:rPr>
              <a:t>em</a:t>
            </a:r>
            <a:r>
              <a:rPr lang="en-US" sz="1800" b="1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b="1" err="1">
                <a:solidFill>
                  <a:srgbClr val="040A24"/>
                </a:solidFill>
                <a:latin typeface="Calibri"/>
                <a:cs typeface="Calibri"/>
              </a:rPr>
              <a:t>projetos</a:t>
            </a:r>
            <a:r>
              <a:rPr lang="en-US" sz="1800" b="1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b="1" err="1">
                <a:solidFill>
                  <a:srgbClr val="040A24"/>
                </a:solidFill>
                <a:latin typeface="Calibri"/>
                <a:cs typeface="Calibri"/>
              </a:rPr>
              <a:t>grandes</a:t>
            </a:r>
            <a:r>
              <a:rPr lang="en-US" sz="1800" b="1">
                <a:solidFill>
                  <a:srgbClr val="040A24"/>
                </a:solidFill>
                <a:latin typeface="Calibri"/>
                <a:cs typeface="Calibri"/>
              </a:rPr>
              <a:t>: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 Em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projetos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muito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grandes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e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complexos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, a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gestão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pode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se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tornar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um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desafio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,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especialmente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para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quem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não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está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acostumado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com a tipagem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estrita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e a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programação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 </a:t>
            </a:r>
            <a:r>
              <a:rPr lang="en-US" sz="1800" err="1">
                <a:solidFill>
                  <a:srgbClr val="040A24"/>
                </a:solidFill>
                <a:latin typeface="Calibri"/>
                <a:cs typeface="Calibri"/>
              </a:rPr>
              <a:t>assíncrona</a:t>
            </a:r>
            <a:r>
              <a:rPr lang="en-US" sz="1800">
                <a:solidFill>
                  <a:srgbClr val="040A24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Pontos </a:t>
            </a:r>
            <a:r>
              <a:rPr lang="en-US" sz="4000" b="1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negativos</a:t>
            </a: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 do </a:t>
            </a:r>
            <a:r>
              <a:rPr lang="en-US" sz="4000" b="1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</a:rPr>
              <a:t>FastAPI</a:t>
            </a:r>
            <a:endParaRPr lang="en-US"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25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"/>
          <p:cNvSpPr txBox="1"/>
          <p:nvPr/>
        </p:nvSpPr>
        <p:spPr>
          <a:xfrm>
            <a:off x="967981" y="2574161"/>
            <a:ext cx="6965926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1">
              <a:buSzPts val="1600"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Fórum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/Artigos</a:t>
            </a: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 </a:t>
            </a:r>
            <a:r>
              <a:rPr lang="en-US" sz="2400">
                <a:solidFill>
                  <a:srgbClr val="EA4E60"/>
                </a:solidFill>
                <a:ea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https://web.dio.me/articles</a:t>
            </a:r>
            <a:endParaRPr lang="pt-BR" sz="2400" b="0" i="0" u="none" strike="noStrike" cap="none">
              <a:solidFill>
                <a:srgbClr val="EA4E60"/>
              </a:solidFill>
              <a:ea typeface="Calibri"/>
              <a:cs typeface="Calibri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82" name="Google Shape;282;p14"/>
          <p:cNvSpPr txBox="1"/>
          <p:nvPr/>
        </p:nvSpPr>
        <p:spPr>
          <a:xfrm>
            <a:off x="1097377" y="1284651"/>
            <a:ext cx="6833892" cy="94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</a:t>
            </a: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lang="en-US"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0E80D14-D1AD-4C74-8489-88CB3A8727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dirty="0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91FD774-FCC0-2335-12E4-EA5E56375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292" y="161566"/>
            <a:ext cx="651673" cy="2714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48B58A68BE64E9120D347E3E06B3A" ma:contentTypeVersion="19" ma:contentTypeDescription="Create a new document." ma:contentTypeScope="" ma:versionID="a74590350b4299ceac4023a73874433f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afb8d3daeaef6f729f9f8c868fd80690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2FB4E9-12F0-4220-B728-CAD7E88BF1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CACB642-B03A-46BC-8FDD-0E8B4552CC4D}">
  <ds:schemaRefs>
    <ds:schemaRef ds:uri="19483571-f922-4e8e-9c1c-26f0a2252132"/>
    <ds:schemaRef ds:uri="851b35d3-0456-4d6a-bc2f-da927e91d15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9D152A4-301B-4160-A4AB-2159BEF1F919}">
  <ds:schemaRefs>
    <ds:schemaRef ds:uri="19483571-f922-4e8e-9c1c-26f0a2252132"/>
    <ds:schemaRef ds:uri="851b35d3-0456-4d6a-bc2f-da927e91d1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596</Words>
  <Application>Microsoft Office PowerPoint</Application>
  <PresentationFormat>Apresentação na tela (16:9)</PresentationFormat>
  <Paragraphs>52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Wingdings</vt:lpstr>
      <vt:lpstr>Calibri Light</vt:lpstr>
      <vt:lpstr>Calibri</vt:lpstr>
      <vt:lpstr>Arial</vt:lpstr>
      <vt:lpstr>Century Gothic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lastModifiedBy>Nubia Rossi Pavelqueires</cp:lastModifiedBy>
  <cp:revision>2</cp:revision>
  <dcterms:modified xsi:type="dcterms:W3CDTF">2024-06-13T19:28:55Z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  <property fmtid="{D5CDD505-2E9C-101B-9397-08002B2CF9AE}" pid="3" name="MediaServiceImageTags">
    <vt:lpwstr/>
  </property>
</Properties>
</file>